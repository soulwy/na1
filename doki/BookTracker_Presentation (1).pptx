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Титульный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0" indent="0">
              <a:buNone/>
            </a:pPr>
            <a:endParaRPr lang="en-US" altLang="ru-RU"/>
          </a:p>
          <a:p>
            <a:r>
              <a:rPr lang="en-US" altLang="en-US"/>
              <a:t>Разработка</a:t>
            </a:r>
            <a:r>
              <a:rPr lang="en-US" altLang="ru-RU"/>
              <a:t> </a:t>
            </a:r>
            <a:r>
              <a:rPr lang="en-US" altLang="en-US"/>
              <a:t>веб</a:t>
            </a:r>
            <a:r>
              <a:rPr lang="en-US" altLang="ru-RU"/>
              <a:t>-</a:t>
            </a:r>
            <a:r>
              <a:rPr lang="en-US" altLang="en-US"/>
              <a:t>приложения</a:t>
            </a:r>
            <a:r>
              <a:rPr lang="en-US" altLang="ru-RU"/>
              <a:t> </a:t>
            </a:r>
            <a:r>
              <a:rPr lang="en-US" altLang="en-US"/>
              <a:t>«</a:t>
            </a:r>
            <a:r>
              <a:rPr lang="en-US" altLang="en-US"/>
              <a:t>Трекер</a:t>
            </a:r>
            <a:r>
              <a:rPr lang="en-US" altLang="ru-RU"/>
              <a:t> </a:t>
            </a:r>
            <a:r>
              <a:rPr lang="en-US" altLang="en-US"/>
              <a:t>чтения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r>
              <a:rPr lang="en-US" altLang="ru-RU"/>
              <a:t> (Book Tracker)</a:t>
            </a:r>
            <a:r>
              <a:rPr lang="en-US" altLang="en-US"/>
              <a:t>»</a:t>
            </a:r>
            <a:endParaRPr lang="en-US" altLang="en-US"/>
          </a:p>
          <a:p>
            <a:endParaRPr lang="en-US" altLang="ru-RU"/>
          </a:p>
          <a:p>
            <a:r>
              <a:rPr lang="ru-RU" altLang="en-US"/>
              <a:t>Кифиев Данила Александрович</a:t>
            </a:r>
            <a:endParaRPr lang="ru-RU" altLang="en-US"/>
          </a:p>
          <a:p>
            <a:endParaRPr lang="en-US" altLang="ru-RU"/>
          </a:p>
          <a:p>
            <a:r>
              <a:rPr lang="ru-RU" altLang="en-US"/>
              <a:t>01.24.ИСИП.9 ОФ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Хекслет</a:t>
            </a:r>
            <a:r>
              <a:rPr lang="en-US" altLang="ru-RU"/>
              <a:t> </a:t>
            </a:r>
            <a:r>
              <a:rPr lang="en-US" altLang="en-US"/>
              <a:t>колледж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Санкт</a:t>
            </a:r>
            <a:r>
              <a:rPr lang="en-US" altLang="ru-RU"/>
              <a:t>-</a:t>
            </a:r>
            <a:r>
              <a:rPr lang="en-US" altLang="en-US"/>
              <a:t>Петербург</a:t>
            </a:r>
            <a:r>
              <a:rPr lang="en-US" altLang="ru-RU"/>
              <a:t>, 202</a:t>
            </a:r>
            <a:r>
              <a:rPr lang="ru-RU" altLang="en-US"/>
              <a:t>6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Актуальность</a:t>
            </a:r>
            <a:endParaRPr lang="en-US" altLang="en-US"/>
          </a:p>
          <a:p>
            <a:r>
              <a:rPr lang="en-US" altLang="en-US"/>
              <a:t>Рост</a:t>
            </a:r>
            <a:r>
              <a:rPr lang="en-US" altLang="ru-RU"/>
              <a:t> </a:t>
            </a:r>
            <a:r>
              <a:rPr lang="en-US" altLang="en-US"/>
              <a:t>популярности</a:t>
            </a:r>
            <a:r>
              <a:rPr lang="en-US" altLang="ru-RU"/>
              <a:t> </a:t>
            </a:r>
            <a:r>
              <a:rPr lang="en-US" altLang="en-US"/>
              <a:t>электронного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самостоятельного</a:t>
            </a:r>
            <a:r>
              <a:rPr lang="en-US" altLang="ru-RU"/>
              <a:t> </a:t>
            </a:r>
            <a:r>
              <a:rPr lang="en-US" altLang="en-US"/>
              <a:t>чтения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Необходимость</a:t>
            </a:r>
            <a:r>
              <a:rPr lang="en-US" altLang="ru-RU"/>
              <a:t> </a:t>
            </a:r>
            <a:r>
              <a:rPr lang="en-US" altLang="en-US"/>
              <a:t>контроля</a:t>
            </a:r>
            <a:r>
              <a:rPr lang="en-US" altLang="ru-RU"/>
              <a:t> </a:t>
            </a:r>
            <a:r>
              <a:rPr lang="en-US" altLang="en-US"/>
              <a:t>прогресса</a:t>
            </a:r>
            <a:r>
              <a:rPr lang="en-US" altLang="ru-RU"/>
              <a:t> </a:t>
            </a:r>
            <a:r>
              <a:rPr lang="en-US" altLang="en-US"/>
              <a:t>чтения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Большинство</a:t>
            </a:r>
            <a:r>
              <a:rPr lang="en-US" altLang="ru-RU"/>
              <a:t> </a:t>
            </a:r>
            <a:r>
              <a:rPr lang="en-US" altLang="en-US"/>
              <a:t>сервисов</a:t>
            </a:r>
            <a:r>
              <a:rPr lang="en-US" altLang="ru-RU"/>
              <a:t> </a:t>
            </a:r>
            <a:r>
              <a:rPr lang="en-US" altLang="en-US"/>
              <a:t>требуют</a:t>
            </a:r>
            <a:r>
              <a:rPr lang="en-US" altLang="ru-RU"/>
              <a:t> </a:t>
            </a:r>
            <a:r>
              <a:rPr lang="en-US" altLang="en-US"/>
              <a:t>регистрацию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интернет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Потребность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простом</a:t>
            </a:r>
            <a:r>
              <a:rPr lang="en-US" altLang="ru-RU"/>
              <a:t> </a:t>
            </a:r>
            <a:r>
              <a:rPr lang="en-US" altLang="en-US"/>
              <a:t>автономном</a:t>
            </a:r>
            <a:r>
              <a:rPr lang="en-US" altLang="ru-RU"/>
              <a:t> </a:t>
            </a:r>
            <a:r>
              <a:rPr lang="en-US" altLang="en-US"/>
              <a:t>приложении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Цель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endParaRPr lang="en-US" altLang="ru-RU"/>
          </a:p>
          <a:p>
            <a:r>
              <a:rPr lang="en-US" altLang="en-US"/>
              <a:t>Разработка</a:t>
            </a:r>
            <a:r>
              <a:rPr lang="en-US" altLang="ru-RU"/>
              <a:t> </a:t>
            </a:r>
            <a:r>
              <a:rPr lang="en-US" altLang="en-US"/>
              <a:t>клиентского</a:t>
            </a:r>
            <a:r>
              <a:rPr lang="en-US" altLang="ru-RU"/>
              <a:t> </a:t>
            </a:r>
            <a:r>
              <a:rPr lang="en-US" altLang="en-US"/>
              <a:t>веб</a:t>
            </a:r>
            <a:r>
              <a:rPr lang="en-US" altLang="ru-RU"/>
              <a:t>-</a:t>
            </a:r>
            <a:r>
              <a:rPr lang="en-US" altLang="en-US"/>
              <a:t>приложения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учета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r>
              <a:rPr lang="en-US" altLang="ru-RU"/>
              <a:t>, </a:t>
            </a:r>
            <a:r>
              <a:rPr lang="en-US" altLang="en-US"/>
              <a:t>контроля</a:t>
            </a:r>
            <a:r>
              <a:rPr lang="en-US" altLang="ru-RU"/>
              <a:t> </a:t>
            </a:r>
            <a:r>
              <a:rPr lang="en-US" altLang="en-US"/>
              <a:t>прогресса</a:t>
            </a:r>
            <a:r>
              <a:rPr lang="en-US" altLang="ru-RU"/>
              <a:t> </a:t>
            </a:r>
            <a:r>
              <a:rPr lang="en-US" altLang="en-US"/>
              <a:t>чтения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хранения</a:t>
            </a:r>
            <a:r>
              <a:rPr lang="en-US" altLang="ru-RU"/>
              <a:t> </a:t>
            </a:r>
            <a:r>
              <a:rPr lang="en-US" altLang="en-US"/>
              <a:t>статистики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предметной области и аналогов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8228965" cy="5485130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altLang="en-US"/>
              <a:t>Рассмотренные</a:t>
            </a:r>
            <a:r>
              <a:rPr lang="en-US" altLang="ru-RU"/>
              <a:t> </a:t>
            </a:r>
            <a:r>
              <a:rPr lang="en-US" altLang="en-US"/>
              <a:t>аналоги</a:t>
            </a:r>
            <a:endParaRPr lang="en-US" altLang="en-US"/>
          </a:p>
          <a:p>
            <a:r>
              <a:rPr lang="en-US" altLang="ru-RU"/>
              <a:t>Goodreads</a:t>
            </a:r>
            <a:endParaRPr lang="en-US" altLang="ru-RU"/>
          </a:p>
          <a:p>
            <a:r>
              <a:rPr lang="en-US" altLang="ru-RU"/>
              <a:t>StoryGraph</a:t>
            </a:r>
            <a:endParaRPr lang="en-US" altLang="ru-RU"/>
          </a:p>
          <a:p>
            <a:r>
              <a:rPr lang="en-US" altLang="ru-RU"/>
              <a:t>Bookly</a:t>
            </a:r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Недостатки</a:t>
            </a:r>
            <a:r>
              <a:rPr lang="en-US" altLang="ru-RU"/>
              <a:t> </a:t>
            </a:r>
            <a:r>
              <a:rPr lang="en-US" altLang="en-US"/>
              <a:t>аналогов</a:t>
            </a:r>
            <a:endParaRPr lang="en-US" altLang="en-US"/>
          </a:p>
          <a:p>
            <a:r>
              <a:rPr lang="en-US" altLang="en-US"/>
              <a:t>Требуется</a:t>
            </a:r>
            <a:r>
              <a:rPr lang="en-US" altLang="ru-RU"/>
              <a:t> </a:t>
            </a:r>
            <a:r>
              <a:rPr lang="en-US" altLang="en-US"/>
              <a:t>регистрация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Необходим</a:t>
            </a:r>
            <a:r>
              <a:rPr lang="en-US" altLang="ru-RU"/>
              <a:t> </a:t>
            </a:r>
            <a:r>
              <a:rPr lang="en-US" altLang="en-US"/>
              <a:t>интернет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Избыточный</a:t>
            </a:r>
            <a:r>
              <a:rPr lang="en-US" altLang="ru-RU"/>
              <a:t> </a:t>
            </a:r>
            <a:r>
              <a:rPr lang="en-US" altLang="en-US"/>
              <a:t>функционал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Ограниченная</a:t>
            </a:r>
            <a:r>
              <a:rPr lang="en-US" altLang="ru-RU"/>
              <a:t> </a:t>
            </a:r>
            <a:r>
              <a:rPr lang="en-US" altLang="en-US"/>
              <a:t>персонализация</a:t>
            </a:r>
            <a:r>
              <a:rPr lang="en-US" altLang="ru-RU"/>
              <a:t>.</a:t>
            </a:r>
            <a:endParaRPr lang="en-US" altLang="ru-RU"/>
          </a:p>
          <a:p>
            <a:pPr marL="0" indent="0">
              <a:buNone/>
            </a:pPr>
            <a:endParaRPr lang="en-US" altLang="ru-RU"/>
          </a:p>
          <a:p>
            <a:pPr marL="0" indent="0">
              <a:buNone/>
            </a:pPr>
            <a:r>
              <a:rPr lang="en-US" altLang="en-US"/>
              <a:t>Вывод</a:t>
            </a:r>
            <a:endParaRPr lang="en-US" altLang="ru-RU"/>
          </a:p>
          <a:p>
            <a:r>
              <a:rPr lang="en-US" altLang="en-US"/>
              <a:t>Разработка</a:t>
            </a:r>
            <a:r>
              <a:rPr lang="en-US" altLang="ru-RU"/>
              <a:t> </a:t>
            </a:r>
            <a:r>
              <a:rPr lang="en-US" altLang="en-US"/>
              <a:t>собственного</a:t>
            </a:r>
            <a:r>
              <a:rPr lang="en-US" altLang="ru-RU"/>
              <a:t> </a:t>
            </a:r>
            <a:r>
              <a:rPr lang="en-US" altLang="en-US"/>
              <a:t>автономного</a:t>
            </a:r>
            <a:r>
              <a:rPr lang="en-US" altLang="ru-RU"/>
              <a:t> </a:t>
            </a:r>
            <a:r>
              <a:rPr lang="en-US" altLang="en-US"/>
              <a:t>решения</a:t>
            </a:r>
            <a:r>
              <a:rPr lang="en-US" altLang="ru-RU"/>
              <a:t> </a:t>
            </a:r>
            <a:r>
              <a:rPr lang="en-US" altLang="en-US"/>
              <a:t>является</a:t>
            </a:r>
            <a:r>
              <a:rPr lang="en-US" altLang="ru-RU"/>
              <a:t> </a:t>
            </a:r>
            <a:r>
              <a:rPr lang="en-US" altLang="en-US"/>
              <a:t>актуальной</a:t>
            </a:r>
            <a:r>
              <a:rPr lang="en-US" altLang="ru-RU"/>
              <a:t> </a:t>
            </a:r>
            <a:r>
              <a:rPr lang="en-US" altLang="en-US"/>
              <a:t>задачей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Требования к системе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5607050" cy="4779010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altLang="en-US"/>
              <a:t>Функциональные</a:t>
            </a:r>
            <a:r>
              <a:rPr lang="en-US" altLang="ru-RU"/>
              <a:t> </a:t>
            </a:r>
            <a:r>
              <a:rPr lang="en-US" altLang="en-US"/>
              <a:t>требования</a:t>
            </a:r>
            <a:endParaRPr lang="en-US" altLang="en-US"/>
          </a:p>
          <a:p>
            <a:r>
              <a:rPr lang="en-US" altLang="en-US"/>
              <a:t>Добавление</a:t>
            </a:r>
            <a:r>
              <a:rPr lang="en-US" altLang="ru-RU"/>
              <a:t> </a:t>
            </a:r>
            <a:r>
              <a:rPr lang="en-US" altLang="en-US"/>
              <a:t>книги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Редактирование</a:t>
            </a:r>
            <a:r>
              <a:rPr lang="en-US" altLang="ru-RU"/>
              <a:t> </a:t>
            </a:r>
            <a:r>
              <a:rPr lang="en-US" altLang="en-US"/>
              <a:t>книги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Удаление</a:t>
            </a:r>
            <a:r>
              <a:rPr lang="en-US" altLang="ru-RU"/>
              <a:t> </a:t>
            </a:r>
            <a:r>
              <a:rPr lang="en-US" altLang="en-US"/>
              <a:t>книги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Изменение</a:t>
            </a:r>
            <a:r>
              <a:rPr lang="en-US" altLang="ru-RU"/>
              <a:t> </a:t>
            </a:r>
            <a:r>
              <a:rPr lang="en-US" altLang="en-US"/>
              <a:t>прогресса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Фильтрация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статусам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Подсчет</a:t>
            </a:r>
            <a:r>
              <a:rPr lang="en-US" altLang="ru-RU"/>
              <a:t> </a:t>
            </a:r>
            <a:r>
              <a:rPr lang="en-US" altLang="en-US"/>
              <a:t>статистики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Нефункциональные</a:t>
            </a:r>
            <a:r>
              <a:rPr lang="en-US" altLang="ru-RU"/>
              <a:t> </a:t>
            </a:r>
            <a:r>
              <a:rPr lang="en-US" altLang="en-US"/>
              <a:t>требования</a:t>
            </a:r>
            <a:endParaRPr lang="en-US" altLang="en-US"/>
          </a:p>
          <a:p>
            <a:r>
              <a:rPr lang="en-US" altLang="en-US"/>
              <a:t>Работа</a:t>
            </a:r>
            <a:r>
              <a:rPr lang="en-US" altLang="ru-RU"/>
              <a:t> </a:t>
            </a:r>
            <a:r>
              <a:rPr lang="en-US" altLang="en-US"/>
              <a:t>без</a:t>
            </a:r>
            <a:r>
              <a:rPr lang="en-US" altLang="ru-RU"/>
              <a:t> </a:t>
            </a:r>
            <a:r>
              <a:rPr lang="en-US" altLang="en-US"/>
              <a:t>сервера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Адаптивный</a:t>
            </a:r>
            <a:r>
              <a:rPr lang="en-US" altLang="ru-RU"/>
              <a:t> </a:t>
            </a:r>
            <a:r>
              <a:rPr lang="en-US" altLang="en-US"/>
              <a:t>интерфейс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Кроссбраузерность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5716270" cy="4370705"/>
          </a:xfrm>
        </p:spPr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en-US" altLang="en-US"/>
              <a:t>Структура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endParaRPr lang="en-US" altLang="en-US"/>
          </a:p>
          <a:p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Архитектурная</a:t>
            </a:r>
            <a:r>
              <a:rPr lang="en-US" altLang="ru-RU"/>
              <a:t> </a:t>
            </a:r>
            <a:r>
              <a:rPr lang="en-US" altLang="en-US"/>
              <a:t>схема</a:t>
            </a:r>
            <a:endParaRPr lang="en-US" altLang="en-US"/>
          </a:p>
          <a:p>
            <a:r>
              <a:rPr lang="en-US" altLang="en-US"/>
              <a:t>Пользователь</a:t>
            </a:r>
            <a:endParaRPr lang="en-US" altLang="en-US"/>
          </a:p>
          <a:p>
            <a:r>
              <a:rPr lang="en-US" altLang="ru-RU"/>
              <a:t>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en-US"/>
              <a:t>Интерфейс</a:t>
            </a:r>
            <a:endParaRPr lang="en-US" altLang="en-US"/>
          </a:p>
          <a:p>
            <a:r>
              <a:rPr lang="en-US" altLang="ru-RU"/>
              <a:t>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ru-RU"/>
              <a:t>JavaScript</a:t>
            </a:r>
            <a:endParaRPr lang="en-US" altLang="ru-RU"/>
          </a:p>
          <a:p>
            <a:r>
              <a:rPr lang="en-US" altLang="ru-RU"/>
              <a:t>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ru-RU"/>
              <a:t>LocalStorage</a:t>
            </a:r>
            <a:endParaRPr lang="en-US" altLang="ru-RU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4800"/>
            <a:ext cx="3364230" cy="1589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en-US" altLang="en-US"/>
              <a:t>Объект</a:t>
            </a:r>
            <a:r>
              <a:rPr lang="en-US" altLang="ru-RU"/>
              <a:t> Book</a:t>
            </a:r>
            <a:endParaRPr lang="en-US" altLang="ru-RU"/>
          </a:p>
          <a:p>
            <a:r>
              <a:rPr lang="en-US" altLang="ru-RU"/>
              <a:t>Book</a:t>
            </a:r>
            <a:endParaRPr lang="en-US" altLang="ru-RU"/>
          </a:p>
          <a:p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├──</a:t>
            </a:r>
            <a:r>
              <a:rPr lang="en-US" altLang="ru-RU"/>
              <a:t> id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title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author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totalPages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readPages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status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startDate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dailyGoal</a:t>
            </a:r>
            <a:endParaRPr lang="en-US" altLang="ru-RU"/>
          </a:p>
          <a:p>
            <a:r>
              <a:rPr lang="en-US" altLang="en-US"/>
              <a:t>└──</a:t>
            </a:r>
            <a:r>
              <a:rPr lang="en-US" altLang="ru-RU"/>
              <a:t> isFavorite</a:t>
            </a:r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Хранение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endParaRPr lang="en-US" altLang="en-US"/>
          </a:p>
          <a:p>
            <a:r>
              <a:rPr lang="en-US" altLang="ru-RU"/>
              <a:t>books[]</a:t>
            </a:r>
            <a:endParaRPr lang="en-US" altLang="ru-RU"/>
          </a:p>
          <a:p>
            <a:r>
              <a:rPr lang="en-US" altLang="ru-RU"/>
              <a:t> </a:t>
            </a:r>
            <a:r>
              <a:rPr lang="en-US" altLang="en-US"/>
              <a:t>├──</a:t>
            </a:r>
            <a:r>
              <a:rPr lang="en-US" altLang="ru-RU"/>
              <a:t> Book</a:t>
            </a:r>
            <a:endParaRPr lang="en-US" altLang="ru-RU"/>
          </a:p>
          <a:p>
            <a:r>
              <a:rPr lang="en-US" altLang="ru-RU"/>
              <a:t> </a:t>
            </a:r>
            <a:r>
              <a:rPr lang="en-US" altLang="en-US"/>
              <a:t>├──</a:t>
            </a:r>
            <a:r>
              <a:rPr lang="en-US" altLang="ru-RU"/>
              <a:t> Book</a:t>
            </a:r>
            <a:endParaRPr lang="en-US" altLang="ru-RU"/>
          </a:p>
          <a:p>
            <a:r>
              <a:rPr lang="en-US" altLang="ru-RU"/>
              <a:t> </a:t>
            </a:r>
            <a:r>
              <a:rPr lang="en-US" altLang="en-US"/>
              <a:t>└──</a:t>
            </a:r>
            <a:r>
              <a:rPr lang="en-US" altLang="ru-RU"/>
              <a:t> Book</a:t>
            </a:r>
            <a:endParaRPr lang="en-US" alt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Реализация функционала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en-US"/>
              <a:t>Реализованные</a:t>
            </a:r>
            <a:r>
              <a:rPr lang="en-US" altLang="ru-RU"/>
              <a:t> </a:t>
            </a:r>
            <a:r>
              <a:rPr lang="en-US" altLang="en-US"/>
              <a:t>возможности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Добавление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Редактирование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Удаление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Отслеживание</a:t>
            </a:r>
            <a:r>
              <a:rPr lang="en-US" altLang="ru-RU"/>
              <a:t> </a:t>
            </a:r>
            <a:r>
              <a:rPr lang="en-US" altLang="en-US"/>
              <a:t>прогресса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Избранное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Статистика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Темная</a:t>
            </a:r>
            <a:r>
              <a:rPr lang="en-US" altLang="ru-RU"/>
              <a:t> </a:t>
            </a:r>
            <a:r>
              <a:rPr lang="en-US" altLang="en-US"/>
              <a:t>тема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Фильтрация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статусам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Работа с LocalStorage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marL="0" indent="0">
              <a:buNone/>
            </a:pPr>
            <a:r>
              <a:rPr lang="en-US" altLang="en-US"/>
              <a:t>Сохранение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endParaRPr lang="en-US" altLang="en-US"/>
          </a:p>
          <a:p>
            <a:pPr marL="0" indent="0">
              <a:buNone/>
            </a:pPr>
            <a:r>
              <a:rPr lang="en-US" altLang="ru-RU"/>
              <a:t>localStorage.setItem(</a:t>
            </a:r>
            <a:endParaRPr lang="en-US" altLang="ru-RU"/>
          </a:p>
          <a:p>
            <a:pPr marL="0" indent="0">
              <a:buNone/>
            </a:pPr>
            <a:r>
              <a:rPr lang="ru-RU" altLang="en-US"/>
              <a:t>   </a:t>
            </a:r>
            <a:r>
              <a:rPr lang="en-US" altLang="ru-RU"/>
              <a:t> "books",</a:t>
            </a:r>
            <a:endParaRPr lang="en-US" altLang="ru-RU"/>
          </a:p>
          <a:p>
            <a:pPr marL="0" indent="0">
              <a:buNone/>
            </a:pPr>
            <a:r>
              <a:rPr lang="en-US" altLang="ru-RU"/>
              <a:t>    JSON.stringify(books)</a:t>
            </a:r>
            <a:endParaRPr lang="en-US" altLang="ru-RU"/>
          </a:p>
          <a:p>
            <a:pPr marL="0" indent="0">
              <a:buNone/>
            </a:pPr>
            <a:r>
              <a:rPr lang="en-US" altLang="ru-RU"/>
              <a:t>);</a:t>
            </a:r>
            <a:endParaRPr lang="en-US" altLang="ru-RU"/>
          </a:p>
          <a:p>
            <a:pPr marL="0" indent="0">
              <a:buNone/>
            </a:pPr>
            <a:endParaRPr lang="en-US" altLang="ru-RU"/>
          </a:p>
          <a:p>
            <a:pPr marL="0" indent="0">
              <a:buNone/>
            </a:pPr>
            <a:r>
              <a:rPr lang="en-US" altLang="en-US"/>
              <a:t>Загрузка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endParaRPr lang="en-US" altLang="en-US"/>
          </a:p>
          <a:p>
            <a:pPr marL="0" indent="0">
              <a:buNone/>
            </a:pPr>
            <a:r>
              <a:rPr lang="en-US" altLang="ru-RU"/>
              <a:t>JSON.parse(</a:t>
            </a:r>
            <a:endParaRPr lang="en-US" altLang="ru-RU"/>
          </a:p>
          <a:p>
            <a:pPr marL="0" indent="0">
              <a:buNone/>
            </a:pPr>
            <a:r>
              <a:rPr lang="en-US" altLang="ru-RU"/>
              <a:t>    localStorage.getItem("books")</a:t>
            </a:r>
            <a:endParaRPr lang="en-US" altLang="ru-RU"/>
          </a:p>
          <a:p>
            <a:pPr marL="0" indent="0">
              <a:buNone/>
            </a:pPr>
            <a:r>
              <a:rPr lang="en-US" altLang="ru-RU"/>
              <a:t>);</a:t>
            </a:r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Преимущества</a:t>
            </a:r>
            <a:endParaRPr lang="en-US" altLang="en-US"/>
          </a:p>
          <a:p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нужен</a:t>
            </a:r>
            <a:r>
              <a:rPr lang="en-US" altLang="ru-RU"/>
              <a:t> </a:t>
            </a:r>
            <a:r>
              <a:rPr lang="en-US" altLang="en-US"/>
              <a:t>сервер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Данные</a:t>
            </a:r>
            <a:r>
              <a:rPr lang="en-US" altLang="ru-RU"/>
              <a:t> </a:t>
            </a:r>
            <a:r>
              <a:rPr lang="en-US" altLang="en-US"/>
              <a:t>сохраняются</a:t>
            </a:r>
            <a:r>
              <a:rPr lang="en-US" altLang="ru-RU"/>
              <a:t> </a:t>
            </a:r>
            <a:r>
              <a:rPr lang="en-US" altLang="en-US"/>
              <a:t>между</a:t>
            </a:r>
            <a:r>
              <a:rPr lang="en-US" altLang="ru-RU"/>
              <a:t> </a:t>
            </a:r>
            <a:r>
              <a:rPr lang="en-US" altLang="en-US"/>
              <a:t>сессиями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Работа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офлайн</a:t>
            </a:r>
            <a:r>
              <a:rPr lang="en-US" altLang="ru-RU"/>
              <a:t>-</a:t>
            </a:r>
            <a:r>
              <a:rPr lang="en-US" altLang="en-US"/>
              <a:t>режиме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Интерфейс и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6875"/>
            <a:ext cx="1921510" cy="4459605"/>
          </a:xfrm>
        </p:spPr>
        <p:txBody>
          <a:bodyPr>
            <a:normAutofit fontScale="50000"/>
          </a:bodyPr>
          <a:lstStyle/>
          <a:p>
            <a:r>
              <a:rPr lang="en-US" altLang="en-US"/>
              <a:t>Скриншот</a:t>
            </a:r>
            <a:r>
              <a:rPr lang="en-US" altLang="ru-RU"/>
              <a:t> 1</a:t>
            </a:r>
            <a:endParaRPr lang="en-US" altLang="ru-RU"/>
          </a:p>
          <a:p>
            <a:r>
              <a:rPr lang="en-US" altLang="en-US"/>
              <a:t>Главное</a:t>
            </a:r>
            <a:r>
              <a:rPr lang="en-US" altLang="ru-RU"/>
              <a:t> </a:t>
            </a:r>
            <a:r>
              <a:rPr lang="en-US" altLang="en-US"/>
              <a:t>окно</a:t>
            </a:r>
            <a:r>
              <a:rPr lang="en-US" altLang="ru-RU"/>
              <a:t> </a:t>
            </a:r>
            <a:r>
              <a:rPr lang="en-US" altLang="en-US"/>
              <a:t>приложения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Скриншот</a:t>
            </a:r>
            <a:r>
              <a:rPr lang="en-US" altLang="ru-RU"/>
              <a:t> 2</a:t>
            </a:r>
            <a:endParaRPr lang="en-US" altLang="ru-RU"/>
          </a:p>
          <a:p>
            <a:r>
              <a:rPr lang="en-US" altLang="en-US"/>
              <a:t>Добавление</a:t>
            </a:r>
            <a:r>
              <a:rPr lang="en-US" altLang="ru-RU"/>
              <a:t> </a:t>
            </a:r>
            <a:r>
              <a:rPr lang="en-US" altLang="en-US"/>
              <a:t>книги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Скриншот</a:t>
            </a:r>
            <a:r>
              <a:rPr lang="en-US" altLang="ru-RU"/>
              <a:t> 3</a:t>
            </a:r>
            <a:endParaRPr lang="en-US" altLang="ru-RU"/>
          </a:p>
          <a:p>
            <a:r>
              <a:rPr lang="en-US" altLang="en-US"/>
              <a:t>Темная</a:t>
            </a:r>
            <a:r>
              <a:rPr lang="en-US" altLang="ru-RU"/>
              <a:t> </a:t>
            </a:r>
            <a:r>
              <a:rPr lang="en-US" altLang="en-US"/>
              <a:t>тема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Скриншот</a:t>
            </a:r>
            <a:r>
              <a:rPr lang="en-US" altLang="ru-RU"/>
              <a:t> 4</a:t>
            </a:r>
            <a:endParaRPr lang="en-US" altLang="ru-RU"/>
          </a:p>
          <a:p>
            <a:r>
              <a:rPr lang="en-US" altLang="en-US"/>
              <a:t>Фильтрация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endParaRPr lang="en-US" alt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955"/>
            <a:ext cx="4268470" cy="206184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410" y="1417955"/>
            <a:ext cx="1462405" cy="189103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010" y="4933315"/>
            <a:ext cx="1036320" cy="81788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4651375"/>
            <a:ext cx="1866900" cy="1381125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7870" y="4933950"/>
            <a:ext cx="1053465" cy="817245"/>
          </a:xfrm>
          <a:prstGeom prst="rect">
            <a:avLst/>
          </a:prstGeom>
        </p:spPr>
      </p:pic>
      <p:sp>
        <p:nvSpPr>
          <p:cNvPr id="10" name="Текстовое поле 9"/>
          <p:cNvSpPr txBox="1"/>
          <p:nvPr/>
        </p:nvSpPr>
        <p:spPr>
          <a:xfrm>
            <a:off x="6262370" y="3480435"/>
            <a:ext cx="2806065" cy="641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ru-RU"/>
              <a:t>Скриншот 1</a:t>
            </a:r>
            <a:endParaRPr lang="ru-RU" altLang="ru-RU"/>
          </a:p>
          <a:p>
            <a:r>
              <a:rPr lang="ru-RU" altLang="ru-RU"/>
              <a:t>Главное окно приложения</a:t>
            </a:r>
            <a:endParaRPr lang="ru-RU" altLang="ru-RU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3277870" y="3423920"/>
            <a:ext cx="2042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Скриншот 2</a:t>
            </a:r>
            <a:endParaRPr lang="ru-RU" altLang="en-US"/>
          </a:p>
          <a:p>
            <a:r>
              <a:rPr lang="ru-RU" altLang="en-US"/>
              <a:t>Добавление книги</a:t>
            </a:r>
            <a:endParaRPr lang="ru-RU" altLang="en-US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3277870" y="5919470"/>
            <a:ext cx="2156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Скриншот 3</a:t>
            </a:r>
            <a:endParaRPr lang="ru-RU" altLang="en-US"/>
          </a:p>
          <a:p>
            <a:r>
              <a:rPr lang="ru-RU" altLang="en-US"/>
              <a:t>Темная тема</a:t>
            </a:r>
            <a:endParaRPr lang="ru-RU" altLang="en-US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6334125" y="6195695"/>
            <a:ext cx="1885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Скриншот 4</a:t>
            </a:r>
            <a:endParaRPr lang="ru-RU" altLang="en-US"/>
          </a:p>
          <a:p>
            <a:r>
              <a:rPr lang="ru-RU" altLang="en-US"/>
              <a:t>Фильтрация книг</a:t>
            </a:r>
            <a:endParaRPr lang="ru-RU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lang="en-US" altLang="en-US"/>
              <a:t>Проведенное</a:t>
            </a:r>
            <a:r>
              <a:rPr lang="en-US" altLang="ru-RU"/>
              <a:t> </a:t>
            </a:r>
            <a:r>
              <a:rPr lang="en-US" altLang="en-US"/>
              <a:t>тестирование</a:t>
            </a:r>
            <a:endParaRPr lang="en-US" altLang="en-US"/>
          </a:p>
          <a:p>
            <a:r>
              <a:rPr lang="en-US" altLang="en-US"/>
              <a:t>Проверка</a:t>
            </a:r>
            <a:r>
              <a:rPr lang="ru-RU" altLang="en-US"/>
              <a:t> -</a:t>
            </a:r>
            <a:r>
              <a:rPr lang="en-US" altLang="ru-RU"/>
              <a:t>	</a:t>
            </a:r>
            <a:r>
              <a:rPr lang="en-US" altLang="en-US"/>
              <a:t>Результат</a:t>
            </a:r>
            <a:endParaRPr lang="en-US" altLang="en-US"/>
          </a:p>
          <a:p>
            <a:r>
              <a:rPr lang="en-US" altLang="en-US"/>
              <a:t>Добавление</a:t>
            </a:r>
            <a:r>
              <a:rPr lang="en-US" altLang="ru-RU"/>
              <a:t> </a:t>
            </a:r>
            <a:r>
              <a:rPr lang="en-US" altLang="en-US"/>
              <a:t>книги</a:t>
            </a:r>
            <a:r>
              <a:rPr lang="ru-RU" altLang="en-US"/>
              <a:t> - </a:t>
            </a:r>
            <a:r>
              <a:rPr lang="en-US" altLang="en-US"/>
              <a:t>Успешно</a:t>
            </a:r>
            <a:endParaRPr lang="en-US" altLang="en-US"/>
          </a:p>
          <a:p>
            <a:r>
              <a:rPr lang="en-US" altLang="en-US"/>
              <a:t>Редактирование</a:t>
            </a:r>
            <a:r>
              <a:rPr lang="ru-RU" altLang="en-US"/>
              <a:t> -</a:t>
            </a:r>
            <a:r>
              <a:rPr lang="en-US" altLang="ru-RU"/>
              <a:t>	</a:t>
            </a:r>
            <a:r>
              <a:rPr lang="en-US" altLang="en-US"/>
              <a:t>Успешно</a:t>
            </a:r>
            <a:endParaRPr lang="en-US" altLang="en-US"/>
          </a:p>
          <a:p>
            <a:r>
              <a:rPr lang="en-US" altLang="en-US"/>
              <a:t>Удаление</a:t>
            </a:r>
            <a:r>
              <a:rPr lang="ru-RU" altLang="en-US"/>
              <a:t> -</a:t>
            </a:r>
            <a:r>
              <a:rPr lang="en-US" altLang="ru-RU"/>
              <a:t>	</a:t>
            </a:r>
            <a:r>
              <a:rPr lang="en-US" altLang="en-US"/>
              <a:t>Успешно</a:t>
            </a:r>
            <a:endParaRPr lang="en-US" altLang="en-US"/>
          </a:p>
          <a:p>
            <a:r>
              <a:rPr lang="en-US" altLang="en-US"/>
              <a:t>Фильтрация</a:t>
            </a:r>
            <a:r>
              <a:rPr lang="ru-RU" altLang="en-US"/>
              <a:t> - </a:t>
            </a:r>
            <a:r>
              <a:rPr lang="en-US" altLang="en-US"/>
              <a:t>Успешно</a:t>
            </a:r>
            <a:endParaRPr lang="en-US" altLang="en-US"/>
          </a:p>
          <a:p>
            <a:r>
              <a:rPr lang="en-US" altLang="ru-RU"/>
              <a:t>LocalStorage</a:t>
            </a:r>
            <a:r>
              <a:rPr lang="ru-RU" altLang="en-US"/>
              <a:t> - </a:t>
            </a:r>
            <a:r>
              <a:rPr lang="en-US" altLang="en-US"/>
              <a:t>Успешно</a:t>
            </a:r>
            <a:endParaRPr lang="en-US" altLang="en-US"/>
          </a:p>
          <a:p>
            <a:r>
              <a:rPr lang="en-US" altLang="en-US"/>
              <a:t>Темная</a:t>
            </a:r>
            <a:r>
              <a:rPr lang="en-US" altLang="ru-RU"/>
              <a:t> </a:t>
            </a:r>
            <a:r>
              <a:rPr lang="en-US" altLang="en-US"/>
              <a:t>тема</a:t>
            </a:r>
            <a:r>
              <a:rPr lang="ru-RU" altLang="en-US"/>
              <a:t> - </a:t>
            </a:r>
            <a:r>
              <a:rPr lang="en-US" altLang="en-US"/>
              <a:t>Успешно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Итог</a:t>
            </a:r>
            <a:endParaRPr lang="en-US" altLang="ru-RU"/>
          </a:p>
          <a:p>
            <a:r>
              <a:rPr lang="en-US" altLang="en-US"/>
              <a:t>Разработано</a:t>
            </a:r>
            <a:r>
              <a:rPr lang="en-US" altLang="ru-RU"/>
              <a:t> </a:t>
            </a:r>
            <a:r>
              <a:rPr lang="en-US" altLang="en-US"/>
              <a:t>полностью</a:t>
            </a:r>
            <a:r>
              <a:rPr lang="en-US" altLang="ru-RU"/>
              <a:t> </a:t>
            </a:r>
            <a:r>
              <a:rPr lang="en-US" altLang="en-US"/>
              <a:t>работоспособное</a:t>
            </a:r>
            <a:r>
              <a:rPr lang="en-US" altLang="ru-RU"/>
              <a:t> </a:t>
            </a:r>
            <a:r>
              <a:rPr lang="en-US" altLang="en-US"/>
              <a:t>веб</a:t>
            </a:r>
            <a:r>
              <a:rPr lang="en-US" altLang="ru-RU"/>
              <a:t>-</a:t>
            </a:r>
            <a:r>
              <a:rPr lang="en-US" altLang="en-US"/>
              <a:t>приложение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учета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контроля</a:t>
            </a:r>
            <a:r>
              <a:rPr lang="en-US" altLang="ru-RU"/>
              <a:t> </a:t>
            </a:r>
            <a:r>
              <a:rPr lang="en-US" altLang="en-US"/>
              <a:t>чтения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2297</Words>
  <Application>WPS Presentation</Application>
  <PresentationFormat>On-screen Show (4:3)</PresentationFormat>
  <Paragraphs>177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Arial Unicode MS</vt:lpstr>
      <vt:lpstr>Calibri</vt:lpstr>
      <vt:lpstr>Gear Drives</vt:lpstr>
      <vt:lpstr>Титульный</vt:lpstr>
      <vt:lpstr>Актуальность и цель проекта</vt:lpstr>
      <vt:lpstr>Анализ предметной области и аналогов</vt:lpstr>
      <vt:lpstr>Требования к системе</vt:lpstr>
      <vt:lpstr>Архитектура приложения</vt:lpstr>
      <vt:lpstr>Структура данных</vt:lpstr>
      <vt:lpstr>Реализация функционала</vt:lpstr>
      <vt:lpstr>Работа с LocalStorage</vt:lpstr>
      <vt:lpstr>Интерфейс и результаты</vt:lpstr>
      <vt:lpstr>Тестирование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mineb</cp:lastModifiedBy>
  <cp:revision>5</cp:revision>
  <dcterms:created xsi:type="dcterms:W3CDTF">2013-01-27T09:14:00Z</dcterms:created>
  <dcterms:modified xsi:type="dcterms:W3CDTF">2026-06-26T09:25:10Z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7A25C634AB234F9E8C2F1138915BA906_13</vt:lpwstr>
  </property>
  <property fmtid="{D5CDD505-2E9C-101B-9397-08002B2CF9AE}" pid="3" name="KSOProductBuildVer">
    <vt:lpwstr>1049-12.2.0.23203</vt:lpwstr>
  </property>
</Properties>
</file>