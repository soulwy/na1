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7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57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547813" y="1701800"/>
            <a:ext cx="6908800" cy="1082675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547813" y="2927350"/>
            <a:ext cx="6913562" cy="1752600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Замещающая дата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Замещающий 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Замещающий 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Замещающая дата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Замещающий 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Замещающий 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Замещающая дата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Замещающий 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Замещающий 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Замещающая дата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Замещающий 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Замещающий 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Замещающая дата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Замещающий 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щающая дата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Замещающий 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Замещающая дата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Замещающий 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Замещающий 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Замещающая дата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Замещающий 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Замещающий 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Замещающая дата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Замещающий 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Замещающий 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90500"/>
            <a:ext cx="20574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0500"/>
            <a:ext cx="60198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Замещающая дата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Замещающий 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Замещающий 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6350" y="0"/>
            <a:ext cx="915035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457200" y="1174750"/>
            <a:ext cx="82296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Титульный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/>
          </a:bodyPr>
          <a:lstStyle/>
          <a:p>
            <a:pPr marL="0" indent="0">
              <a:buNone/>
            </a:pPr>
            <a:endParaRPr lang="en-US" altLang="ru-RU"/>
          </a:p>
          <a:p>
            <a:r>
              <a:rPr lang="en-US" altLang="en-US"/>
              <a:t>Разработка</a:t>
            </a:r>
            <a:r>
              <a:rPr lang="en-US" altLang="ru-RU"/>
              <a:t> </a:t>
            </a:r>
            <a:r>
              <a:rPr lang="en-US" altLang="en-US"/>
              <a:t>веб</a:t>
            </a:r>
            <a:r>
              <a:rPr lang="en-US" altLang="ru-RU"/>
              <a:t>-</a:t>
            </a:r>
            <a:r>
              <a:rPr lang="en-US" altLang="en-US"/>
              <a:t>приложения</a:t>
            </a:r>
            <a:r>
              <a:rPr lang="en-US" altLang="ru-RU"/>
              <a:t> </a:t>
            </a:r>
            <a:r>
              <a:rPr lang="" altLang="en-US"/>
              <a:t>«</a:t>
            </a:r>
            <a:r>
              <a:rPr lang="en-US" altLang="en-US"/>
              <a:t>Трекер</a:t>
            </a:r>
            <a:r>
              <a:rPr lang="en-US" altLang="ru-RU"/>
              <a:t> </a:t>
            </a:r>
            <a:r>
              <a:rPr lang="en-US" altLang="en-US"/>
              <a:t>чтения</a:t>
            </a:r>
            <a:r>
              <a:rPr lang="en-US" altLang="ru-RU"/>
              <a:t> </a:t>
            </a:r>
            <a:r>
              <a:rPr lang="en-US" altLang="en-US"/>
              <a:t>книг</a:t>
            </a:r>
            <a:r>
              <a:rPr lang="en-US" altLang="ru-RU"/>
              <a:t> (Book Tracker)</a:t>
            </a:r>
            <a:r>
              <a:rPr lang="" altLang="en-US"/>
              <a:t>»</a:t>
            </a:r>
            <a:endParaRPr lang="" altLang="en-US"/>
          </a:p>
          <a:p>
            <a:endParaRPr lang="en-US" altLang="ru-RU"/>
          </a:p>
          <a:p>
            <a:r>
              <a:rPr lang="ru-RU" altLang="en-US"/>
              <a:t>Кифиев Данила Александрович</a:t>
            </a:r>
            <a:endParaRPr lang="ru-RU" altLang="en-US"/>
          </a:p>
          <a:p>
            <a:endParaRPr lang="en-US" altLang="ru-RU"/>
          </a:p>
          <a:p>
            <a:r>
              <a:rPr lang="ru-RU" altLang="en-US"/>
              <a:t>01.24.ИСИП.9 ОФ</a:t>
            </a:r>
            <a:endParaRPr lang="en-US" altLang="en-US"/>
          </a:p>
          <a:p>
            <a:endParaRPr lang="en-US" altLang="ru-RU"/>
          </a:p>
          <a:p>
            <a:r>
              <a:rPr lang="en-US" altLang="en-US"/>
              <a:t>Хекслет</a:t>
            </a:r>
            <a:r>
              <a:rPr lang="en-US" altLang="ru-RU"/>
              <a:t> </a:t>
            </a:r>
            <a:r>
              <a:rPr lang="en-US" altLang="en-US"/>
              <a:t>колледж</a:t>
            </a:r>
            <a:endParaRPr lang="en-US" altLang="en-US"/>
          </a:p>
          <a:p>
            <a:endParaRPr lang="en-US" altLang="ru-RU"/>
          </a:p>
          <a:p>
            <a:r>
              <a:rPr lang="en-US" altLang="en-US"/>
              <a:t>Санкт</a:t>
            </a:r>
            <a:r>
              <a:rPr lang="en-US" altLang="ru-RU"/>
              <a:t>-</a:t>
            </a:r>
            <a:r>
              <a:rPr lang="en-US" altLang="en-US"/>
              <a:t>Петербург</a:t>
            </a:r>
            <a:r>
              <a:rPr lang="en-US" altLang="ru-RU"/>
              <a:t>, 202</a:t>
            </a:r>
            <a:r>
              <a:rPr lang="ru-RU" altLang="en-US"/>
              <a:t>6</a:t>
            </a:r>
            <a:endParaRPr lang="ru-RU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Актуальность и цель проекта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/>
          </a:bodyPr>
          <a:lstStyle/>
          <a:p>
            <a:endParaRPr lang="en-US" altLang="en-US"/>
          </a:p>
          <a:p>
            <a:pPr marL="0" indent="0">
              <a:buNone/>
            </a:pPr>
            <a:r>
              <a:rPr lang="en-US" altLang="en-US"/>
              <a:t>Актуальность</a:t>
            </a:r>
            <a:endParaRPr lang="en-US" altLang="en-US"/>
          </a:p>
          <a:p>
            <a:r>
              <a:rPr lang="en-US" altLang="en-US"/>
              <a:t>Рост</a:t>
            </a:r>
            <a:r>
              <a:rPr lang="en-US" altLang="ru-RU"/>
              <a:t> </a:t>
            </a:r>
            <a:r>
              <a:rPr lang="en-US" altLang="en-US"/>
              <a:t>популярности</a:t>
            </a:r>
            <a:r>
              <a:rPr lang="en-US" altLang="ru-RU"/>
              <a:t> </a:t>
            </a:r>
            <a:r>
              <a:rPr lang="en-US" altLang="en-US"/>
              <a:t>электронного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самостоятельного</a:t>
            </a:r>
            <a:r>
              <a:rPr lang="en-US" altLang="ru-RU"/>
              <a:t> </a:t>
            </a:r>
            <a:r>
              <a:rPr lang="en-US" altLang="en-US"/>
              <a:t>чтения</a:t>
            </a:r>
            <a:r>
              <a:rPr lang="en-US" altLang="ru-RU"/>
              <a:t>.</a:t>
            </a:r>
            <a:endParaRPr lang="en-US" altLang="ru-RU"/>
          </a:p>
          <a:p>
            <a:r>
              <a:rPr lang="en-US" altLang="en-US"/>
              <a:t>Необходимость</a:t>
            </a:r>
            <a:r>
              <a:rPr lang="en-US" altLang="ru-RU"/>
              <a:t> </a:t>
            </a:r>
            <a:r>
              <a:rPr lang="en-US" altLang="en-US"/>
              <a:t>контроля</a:t>
            </a:r>
            <a:r>
              <a:rPr lang="en-US" altLang="ru-RU"/>
              <a:t> </a:t>
            </a:r>
            <a:r>
              <a:rPr lang="en-US" altLang="en-US"/>
              <a:t>прогресса</a:t>
            </a:r>
            <a:r>
              <a:rPr lang="en-US" altLang="ru-RU"/>
              <a:t> </a:t>
            </a:r>
            <a:r>
              <a:rPr lang="en-US" altLang="en-US"/>
              <a:t>чтения</a:t>
            </a:r>
            <a:r>
              <a:rPr lang="en-US" altLang="ru-RU"/>
              <a:t>.</a:t>
            </a:r>
            <a:endParaRPr lang="en-US" altLang="ru-RU"/>
          </a:p>
          <a:p>
            <a:r>
              <a:rPr lang="en-US" altLang="en-US"/>
              <a:t>Большинство</a:t>
            </a:r>
            <a:r>
              <a:rPr lang="en-US" altLang="ru-RU"/>
              <a:t> </a:t>
            </a:r>
            <a:r>
              <a:rPr lang="en-US" altLang="en-US"/>
              <a:t>сервисов</a:t>
            </a:r>
            <a:r>
              <a:rPr lang="en-US" altLang="ru-RU"/>
              <a:t> </a:t>
            </a:r>
            <a:r>
              <a:rPr lang="en-US" altLang="en-US"/>
              <a:t>требуют</a:t>
            </a:r>
            <a:r>
              <a:rPr lang="en-US" altLang="ru-RU"/>
              <a:t> </a:t>
            </a:r>
            <a:r>
              <a:rPr lang="en-US" altLang="en-US"/>
              <a:t>регистрацию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интернет</a:t>
            </a:r>
            <a:r>
              <a:rPr lang="en-US" altLang="ru-RU"/>
              <a:t>.</a:t>
            </a:r>
            <a:endParaRPr lang="en-US" altLang="ru-RU"/>
          </a:p>
          <a:p>
            <a:r>
              <a:rPr lang="en-US" altLang="en-US"/>
              <a:t>Потребность</a:t>
            </a:r>
            <a:r>
              <a:rPr lang="en-US" altLang="ru-RU"/>
              <a:t> </a:t>
            </a:r>
            <a:r>
              <a:rPr lang="en-US" altLang="en-US"/>
              <a:t>в</a:t>
            </a:r>
            <a:r>
              <a:rPr lang="en-US" altLang="ru-RU"/>
              <a:t> </a:t>
            </a:r>
            <a:r>
              <a:rPr lang="en-US" altLang="en-US"/>
              <a:t>простом</a:t>
            </a:r>
            <a:r>
              <a:rPr lang="en-US" altLang="ru-RU"/>
              <a:t> </a:t>
            </a:r>
            <a:r>
              <a:rPr lang="en-US" altLang="en-US"/>
              <a:t>автономном</a:t>
            </a:r>
            <a:r>
              <a:rPr lang="en-US" altLang="ru-RU"/>
              <a:t> </a:t>
            </a:r>
            <a:r>
              <a:rPr lang="en-US" altLang="en-US"/>
              <a:t>приложении</a:t>
            </a:r>
            <a:r>
              <a:rPr lang="en-US" altLang="ru-RU"/>
              <a:t>.</a:t>
            </a:r>
            <a:endParaRPr lang="en-US" altLang="ru-RU"/>
          </a:p>
          <a:p>
            <a:endParaRPr lang="en-US" altLang="ru-RU"/>
          </a:p>
          <a:p>
            <a:pPr marL="0" indent="0">
              <a:buNone/>
            </a:pPr>
            <a:r>
              <a:rPr lang="en-US" altLang="en-US"/>
              <a:t>Цель</a:t>
            </a:r>
            <a:r>
              <a:rPr lang="en-US" altLang="ru-RU"/>
              <a:t> </a:t>
            </a:r>
            <a:r>
              <a:rPr lang="en-US" altLang="en-US"/>
              <a:t>проекта</a:t>
            </a:r>
            <a:endParaRPr lang="en-US" altLang="ru-RU"/>
          </a:p>
          <a:p>
            <a:r>
              <a:rPr lang="en-US" altLang="en-US"/>
              <a:t>Разработка</a:t>
            </a:r>
            <a:r>
              <a:rPr lang="en-US" altLang="ru-RU"/>
              <a:t> </a:t>
            </a:r>
            <a:r>
              <a:rPr lang="en-US" altLang="en-US"/>
              <a:t>клиентского</a:t>
            </a:r>
            <a:r>
              <a:rPr lang="en-US" altLang="ru-RU"/>
              <a:t> </a:t>
            </a:r>
            <a:r>
              <a:rPr lang="en-US" altLang="en-US"/>
              <a:t>веб</a:t>
            </a:r>
            <a:r>
              <a:rPr lang="en-US" altLang="ru-RU"/>
              <a:t>-</a:t>
            </a:r>
            <a:r>
              <a:rPr lang="en-US" altLang="en-US"/>
              <a:t>приложения</a:t>
            </a:r>
            <a:r>
              <a:rPr lang="en-US" altLang="ru-RU"/>
              <a:t> </a:t>
            </a:r>
            <a:r>
              <a:rPr lang="en-US" altLang="en-US"/>
              <a:t>для</a:t>
            </a:r>
            <a:r>
              <a:rPr lang="en-US" altLang="ru-RU"/>
              <a:t> </a:t>
            </a:r>
            <a:r>
              <a:rPr lang="en-US" altLang="en-US"/>
              <a:t>учета</a:t>
            </a:r>
            <a:r>
              <a:rPr lang="en-US" altLang="ru-RU"/>
              <a:t> </a:t>
            </a:r>
            <a:r>
              <a:rPr lang="en-US" altLang="en-US"/>
              <a:t>книг</a:t>
            </a:r>
            <a:r>
              <a:rPr lang="en-US" altLang="ru-RU"/>
              <a:t>, </a:t>
            </a:r>
            <a:r>
              <a:rPr lang="en-US" altLang="en-US"/>
              <a:t>контроля</a:t>
            </a:r>
            <a:r>
              <a:rPr lang="en-US" altLang="ru-RU"/>
              <a:t> </a:t>
            </a:r>
            <a:r>
              <a:rPr lang="en-US" altLang="en-US"/>
              <a:t>прогресса</a:t>
            </a:r>
            <a:r>
              <a:rPr lang="en-US" altLang="ru-RU"/>
              <a:t> </a:t>
            </a:r>
            <a:r>
              <a:rPr lang="en-US" altLang="en-US"/>
              <a:t>чтения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хранения</a:t>
            </a:r>
            <a:r>
              <a:rPr lang="en-US" altLang="ru-RU"/>
              <a:t> </a:t>
            </a:r>
            <a:r>
              <a:rPr lang="en-US" altLang="en-US"/>
              <a:t>статистики</a:t>
            </a:r>
            <a:r>
              <a:rPr lang="en-US" altLang="ru-RU"/>
              <a:t>.</a:t>
            </a:r>
            <a:endParaRPr lang="en-US" alt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Анализ предметной области и аналогов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74750"/>
            <a:ext cx="8228965" cy="5485130"/>
          </a:xfrm>
        </p:spPr>
        <p:txBody>
          <a:bodyPr>
            <a:normAutofit fontScale="60000"/>
          </a:bodyPr>
          <a:lstStyle/>
          <a:p>
            <a:pPr marL="0" indent="0">
              <a:buNone/>
            </a:pPr>
            <a:r>
              <a:rPr lang="en-US" altLang="en-US"/>
              <a:t>Рассмотренные</a:t>
            </a:r>
            <a:r>
              <a:rPr lang="en-US" altLang="ru-RU"/>
              <a:t> </a:t>
            </a:r>
            <a:r>
              <a:rPr lang="en-US" altLang="en-US"/>
              <a:t>аналоги</a:t>
            </a:r>
            <a:endParaRPr lang="en-US" altLang="en-US"/>
          </a:p>
          <a:p>
            <a:r>
              <a:rPr lang="en-US" altLang="ru-RU"/>
              <a:t>Goodreads</a:t>
            </a:r>
            <a:endParaRPr lang="en-US" altLang="ru-RU"/>
          </a:p>
          <a:p>
            <a:r>
              <a:rPr lang="en-US" altLang="ru-RU"/>
              <a:t>StoryGraph</a:t>
            </a:r>
            <a:endParaRPr lang="en-US" altLang="ru-RU"/>
          </a:p>
          <a:p>
            <a:r>
              <a:rPr lang="en-US" altLang="ru-RU"/>
              <a:t>Bookly</a:t>
            </a:r>
            <a:endParaRPr lang="en-US" altLang="ru-RU"/>
          </a:p>
          <a:p>
            <a:endParaRPr lang="en-US" altLang="ru-RU"/>
          </a:p>
          <a:p>
            <a:pPr marL="0" indent="0">
              <a:buNone/>
            </a:pPr>
            <a:r>
              <a:rPr lang="en-US" altLang="en-US"/>
              <a:t>Недостатки</a:t>
            </a:r>
            <a:r>
              <a:rPr lang="en-US" altLang="ru-RU"/>
              <a:t> </a:t>
            </a:r>
            <a:r>
              <a:rPr lang="en-US" altLang="en-US"/>
              <a:t>аналогов</a:t>
            </a:r>
            <a:endParaRPr lang="en-US" altLang="en-US"/>
          </a:p>
          <a:p>
            <a:r>
              <a:rPr lang="en-US" altLang="en-US"/>
              <a:t>Требуется</a:t>
            </a:r>
            <a:r>
              <a:rPr lang="en-US" altLang="ru-RU"/>
              <a:t> </a:t>
            </a:r>
            <a:r>
              <a:rPr lang="en-US" altLang="en-US"/>
              <a:t>регистрация</a:t>
            </a:r>
            <a:r>
              <a:rPr lang="en-US" altLang="ru-RU"/>
              <a:t>.</a:t>
            </a:r>
            <a:endParaRPr lang="en-US" altLang="ru-RU"/>
          </a:p>
          <a:p>
            <a:r>
              <a:rPr lang="en-US" altLang="en-US"/>
              <a:t>Необходим</a:t>
            </a:r>
            <a:r>
              <a:rPr lang="en-US" altLang="ru-RU"/>
              <a:t> </a:t>
            </a:r>
            <a:r>
              <a:rPr lang="en-US" altLang="en-US"/>
              <a:t>интернет</a:t>
            </a:r>
            <a:r>
              <a:rPr lang="en-US" altLang="ru-RU"/>
              <a:t>.</a:t>
            </a:r>
            <a:endParaRPr lang="en-US" altLang="ru-RU"/>
          </a:p>
          <a:p>
            <a:r>
              <a:rPr lang="en-US" altLang="en-US"/>
              <a:t>Избыточный</a:t>
            </a:r>
            <a:r>
              <a:rPr lang="en-US" altLang="ru-RU"/>
              <a:t> </a:t>
            </a:r>
            <a:r>
              <a:rPr lang="en-US" altLang="en-US"/>
              <a:t>функционал</a:t>
            </a:r>
            <a:r>
              <a:rPr lang="en-US" altLang="ru-RU"/>
              <a:t>.</a:t>
            </a:r>
            <a:endParaRPr lang="en-US" altLang="ru-RU"/>
          </a:p>
          <a:p>
            <a:r>
              <a:rPr lang="en-US" altLang="en-US"/>
              <a:t>Ограниченная</a:t>
            </a:r>
            <a:r>
              <a:rPr lang="en-US" altLang="ru-RU"/>
              <a:t> </a:t>
            </a:r>
            <a:r>
              <a:rPr lang="en-US" altLang="en-US"/>
              <a:t>персонализация</a:t>
            </a:r>
            <a:r>
              <a:rPr lang="en-US" altLang="ru-RU"/>
              <a:t>.</a:t>
            </a:r>
            <a:endParaRPr lang="en-US" altLang="ru-RU"/>
          </a:p>
          <a:p>
            <a:pPr marL="0" indent="0">
              <a:buNone/>
            </a:pPr>
            <a:endParaRPr lang="en-US" altLang="ru-RU"/>
          </a:p>
          <a:p>
            <a:pPr marL="0" indent="0">
              <a:buNone/>
            </a:pPr>
            <a:r>
              <a:rPr lang="en-US" altLang="en-US"/>
              <a:t>Вывод</a:t>
            </a:r>
            <a:endParaRPr lang="en-US" altLang="ru-RU"/>
          </a:p>
          <a:p>
            <a:r>
              <a:rPr lang="en-US" altLang="en-US"/>
              <a:t>Разработка</a:t>
            </a:r>
            <a:r>
              <a:rPr lang="en-US" altLang="ru-RU"/>
              <a:t> </a:t>
            </a:r>
            <a:r>
              <a:rPr lang="en-US" altLang="en-US"/>
              <a:t>собственного</a:t>
            </a:r>
            <a:r>
              <a:rPr lang="en-US" altLang="ru-RU"/>
              <a:t> </a:t>
            </a:r>
            <a:r>
              <a:rPr lang="en-US" altLang="en-US"/>
              <a:t>автономного</a:t>
            </a:r>
            <a:r>
              <a:rPr lang="en-US" altLang="ru-RU"/>
              <a:t> </a:t>
            </a:r>
            <a:r>
              <a:rPr lang="en-US" altLang="en-US"/>
              <a:t>решения</a:t>
            </a:r>
            <a:r>
              <a:rPr lang="en-US" altLang="ru-RU"/>
              <a:t> </a:t>
            </a:r>
            <a:r>
              <a:rPr lang="en-US" altLang="en-US"/>
              <a:t>является</a:t>
            </a:r>
            <a:r>
              <a:rPr lang="en-US" altLang="ru-RU"/>
              <a:t> </a:t>
            </a:r>
            <a:r>
              <a:rPr lang="en-US" altLang="en-US"/>
              <a:t>актуальной</a:t>
            </a:r>
            <a:r>
              <a:rPr lang="en-US" altLang="ru-RU"/>
              <a:t> </a:t>
            </a:r>
            <a:r>
              <a:rPr lang="en-US" altLang="en-US"/>
              <a:t>задачей</a:t>
            </a:r>
            <a:r>
              <a:rPr lang="en-US" altLang="ru-RU"/>
              <a:t>.</a:t>
            </a:r>
            <a:endParaRPr lang="en-US" alt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Требования к системе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74750"/>
            <a:ext cx="5607050" cy="4779010"/>
          </a:xfrm>
        </p:spPr>
        <p:txBody>
          <a:bodyPr>
            <a:normAutofit fontScale="60000"/>
          </a:bodyPr>
          <a:lstStyle/>
          <a:p>
            <a:pPr marL="0" indent="0">
              <a:buNone/>
            </a:pPr>
            <a:r>
              <a:rPr lang="en-US" altLang="en-US"/>
              <a:t>Функциональные</a:t>
            </a:r>
            <a:r>
              <a:rPr lang="en-US" altLang="ru-RU"/>
              <a:t> </a:t>
            </a:r>
            <a:r>
              <a:rPr lang="en-US" altLang="en-US"/>
              <a:t>требования</a:t>
            </a:r>
            <a:endParaRPr lang="en-US" altLang="en-US"/>
          </a:p>
          <a:p>
            <a:r>
              <a:rPr lang="en-US" altLang="en-US"/>
              <a:t>Добавление</a:t>
            </a:r>
            <a:r>
              <a:rPr lang="en-US" altLang="ru-RU"/>
              <a:t> </a:t>
            </a:r>
            <a:r>
              <a:rPr lang="en-US" altLang="en-US"/>
              <a:t>книги</a:t>
            </a:r>
            <a:r>
              <a:rPr lang="en-US" altLang="ru-RU"/>
              <a:t>.</a:t>
            </a:r>
            <a:endParaRPr lang="en-US" altLang="ru-RU"/>
          </a:p>
          <a:p>
            <a:r>
              <a:rPr lang="en-US" altLang="en-US"/>
              <a:t>Редактирование</a:t>
            </a:r>
            <a:r>
              <a:rPr lang="en-US" altLang="ru-RU"/>
              <a:t> </a:t>
            </a:r>
            <a:r>
              <a:rPr lang="en-US" altLang="en-US"/>
              <a:t>книги</a:t>
            </a:r>
            <a:r>
              <a:rPr lang="en-US" altLang="ru-RU"/>
              <a:t>.</a:t>
            </a:r>
            <a:endParaRPr lang="en-US" altLang="ru-RU"/>
          </a:p>
          <a:p>
            <a:r>
              <a:rPr lang="en-US" altLang="en-US"/>
              <a:t>Удаление</a:t>
            </a:r>
            <a:r>
              <a:rPr lang="en-US" altLang="ru-RU"/>
              <a:t> </a:t>
            </a:r>
            <a:r>
              <a:rPr lang="en-US" altLang="en-US"/>
              <a:t>книги</a:t>
            </a:r>
            <a:r>
              <a:rPr lang="en-US" altLang="ru-RU"/>
              <a:t>.</a:t>
            </a:r>
            <a:endParaRPr lang="en-US" altLang="ru-RU"/>
          </a:p>
          <a:p>
            <a:r>
              <a:rPr lang="en-US" altLang="en-US"/>
              <a:t>Изменение</a:t>
            </a:r>
            <a:r>
              <a:rPr lang="en-US" altLang="ru-RU"/>
              <a:t> </a:t>
            </a:r>
            <a:r>
              <a:rPr lang="en-US" altLang="en-US"/>
              <a:t>прогресса</a:t>
            </a:r>
            <a:r>
              <a:rPr lang="en-US" altLang="ru-RU"/>
              <a:t>.</a:t>
            </a:r>
            <a:endParaRPr lang="en-US" altLang="ru-RU"/>
          </a:p>
          <a:p>
            <a:r>
              <a:rPr lang="en-US" altLang="en-US"/>
              <a:t>Фильтрация</a:t>
            </a:r>
            <a:r>
              <a:rPr lang="en-US" altLang="ru-RU"/>
              <a:t> </a:t>
            </a:r>
            <a:r>
              <a:rPr lang="en-US" altLang="en-US"/>
              <a:t>по</a:t>
            </a:r>
            <a:r>
              <a:rPr lang="en-US" altLang="ru-RU"/>
              <a:t> </a:t>
            </a:r>
            <a:r>
              <a:rPr lang="en-US" altLang="en-US"/>
              <a:t>статусам</a:t>
            </a:r>
            <a:r>
              <a:rPr lang="en-US" altLang="ru-RU"/>
              <a:t>.</a:t>
            </a:r>
            <a:endParaRPr lang="en-US" altLang="ru-RU"/>
          </a:p>
          <a:p>
            <a:r>
              <a:rPr lang="en-US" altLang="en-US"/>
              <a:t>Подсчет</a:t>
            </a:r>
            <a:r>
              <a:rPr lang="en-US" altLang="ru-RU"/>
              <a:t> </a:t>
            </a:r>
            <a:r>
              <a:rPr lang="en-US" altLang="en-US"/>
              <a:t>статистики</a:t>
            </a:r>
            <a:r>
              <a:rPr lang="en-US" altLang="ru-RU"/>
              <a:t>.</a:t>
            </a:r>
            <a:endParaRPr lang="en-US" altLang="ru-RU"/>
          </a:p>
          <a:p>
            <a:endParaRPr lang="en-US" altLang="ru-RU"/>
          </a:p>
          <a:p>
            <a:pPr marL="0" indent="0">
              <a:buNone/>
            </a:pPr>
            <a:r>
              <a:rPr lang="en-US" altLang="en-US"/>
              <a:t>Нефункциональные</a:t>
            </a:r>
            <a:r>
              <a:rPr lang="en-US" altLang="ru-RU"/>
              <a:t> </a:t>
            </a:r>
            <a:r>
              <a:rPr lang="en-US" altLang="en-US"/>
              <a:t>требования</a:t>
            </a:r>
            <a:endParaRPr lang="en-US" altLang="en-US"/>
          </a:p>
          <a:p>
            <a:r>
              <a:rPr lang="en-US" altLang="en-US"/>
              <a:t>Работа</a:t>
            </a:r>
            <a:r>
              <a:rPr lang="en-US" altLang="ru-RU"/>
              <a:t> </a:t>
            </a:r>
            <a:r>
              <a:rPr lang="en-US" altLang="en-US"/>
              <a:t>без</a:t>
            </a:r>
            <a:r>
              <a:rPr lang="en-US" altLang="ru-RU"/>
              <a:t> </a:t>
            </a:r>
            <a:r>
              <a:rPr lang="en-US" altLang="en-US"/>
              <a:t>сервера</a:t>
            </a:r>
            <a:r>
              <a:rPr lang="en-US" altLang="ru-RU"/>
              <a:t>.</a:t>
            </a:r>
            <a:endParaRPr lang="en-US" altLang="ru-RU"/>
          </a:p>
          <a:p>
            <a:r>
              <a:rPr lang="en-US" altLang="en-US"/>
              <a:t>Использование</a:t>
            </a:r>
            <a:r>
              <a:rPr lang="en-US" altLang="ru-RU"/>
              <a:t> LocalStorage.</a:t>
            </a:r>
            <a:endParaRPr lang="en-US" altLang="ru-RU"/>
          </a:p>
          <a:p>
            <a:r>
              <a:rPr lang="en-US" altLang="en-US"/>
              <a:t>Адаптивный</a:t>
            </a:r>
            <a:r>
              <a:rPr lang="en-US" altLang="ru-RU"/>
              <a:t> </a:t>
            </a:r>
            <a:r>
              <a:rPr lang="en-US" altLang="en-US"/>
              <a:t>интерфейс</a:t>
            </a:r>
            <a:r>
              <a:rPr lang="en-US" altLang="ru-RU"/>
              <a:t>.</a:t>
            </a:r>
            <a:endParaRPr lang="en-US" altLang="ru-RU"/>
          </a:p>
          <a:p>
            <a:r>
              <a:rPr lang="en-US" altLang="en-US"/>
              <a:t>Кроссбраузерность</a:t>
            </a:r>
            <a:r>
              <a:rPr lang="en-US" altLang="ru-RU"/>
              <a:t>.</a:t>
            </a:r>
            <a:endParaRPr lang="en-US" alt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Архитектура приложения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74750"/>
            <a:ext cx="5716270" cy="4370705"/>
          </a:xfrm>
        </p:spPr>
        <p:txBody>
          <a:bodyPr>
            <a:normAutofit fontScale="40000"/>
          </a:bodyPr>
          <a:lstStyle/>
          <a:p>
            <a:pPr marL="0" indent="0">
              <a:buNone/>
            </a:pPr>
            <a:r>
              <a:rPr lang="en-US" altLang="en-US"/>
              <a:t>Структура</a:t>
            </a:r>
            <a:r>
              <a:rPr lang="en-US" altLang="ru-RU"/>
              <a:t> </a:t>
            </a:r>
            <a:r>
              <a:rPr lang="en-US" altLang="en-US"/>
              <a:t>проекта</a:t>
            </a:r>
            <a:endParaRPr lang="en-US" altLang="en-US"/>
          </a:p>
          <a:p>
            <a:r>
              <a:rPr lang="en-US" altLang="ru-RU"/>
              <a:t>BookTracker</a:t>
            </a:r>
            <a:endParaRPr lang="en-US" altLang="ru-RU"/>
          </a:p>
          <a:p>
            <a:r>
              <a:rPr lang="en-US" altLang="en-US"/>
              <a:t>│</a:t>
            </a:r>
            <a:endParaRPr lang="en-US" altLang="en-US"/>
          </a:p>
          <a:p>
            <a:r>
              <a:rPr lang="en-US" altLang="en-US"/>
              <a:t>├──</a:t>
            </a:r>
            <a:r>
              <a:rPr lang="en-US" altLang="ru-RU"/>
              <a:t> index.html</a:t>
            </a:r>
            <a:endParaRPr lang="en-US" altLang="ru-RU"/>
          </a:p>
          <a:p>
            <a:r>
              <a:rPr lang="en-US" altLang="en-US"/>
              <a:t>├──</a:t>
            </a:r>
            <a:r>
              <a:rPr lang="en-US" altLang="ru-RU"/>
              <a:t> css/style.css</a:t>
            </a:r>
            <a:endParaRPr lang="en-US" altLang="ru-RU"/>
          </a:p>
          <a:p>
            <a:r>
              <a:rPr lang="en-US" altLang="en-US"/>
              <a:t>├──</a:t>
            </a:r>
            <a:r>
              <a:rPr lang="en-US" altLang="ru-RU"/>
              <a:t> js/bookModel.js</a:t>
            </a:r>
            <a:endParaRPr lang="en-US" altLang="ru-RU"/>
          </a:p>
          <a:p>
            <a:r>
              <a:rPr lang="en-US" altLang="en-US"/>
              <a:t>├──</a:t>
            </a:r>
            <a:r>
              <a:rPr lang="en-US" altLang="ru-RU"/>
              <a:t> js/storage.js</a:t>
            </a:r>
            <a:endParaRPr lang="en-US" altLang="ru-RU"/>
          </a:p>
          <a:p>
            <a:r>
              <a:rPr lang="en-US" altLang="en-US"/>
              <a:t>├──</a:t>
            </a:r>
            <a:r>
              <a:rPr lang="en-US" altLang="ru-RU"/>
              <a:t> js/ui.js</a:t>
            </a:r>
            <a:endParaRPr lang="en-US" altLang="ru-RU"/>
          </a:p>
          <a:p>
            <a:r>
              <a:rPr lang="en-US" altLang="en-US"/>
              <a:t>└──</a:t>
            </a:r>
            <a:r>
              <a:rPr lang="en-US" altLang="ru-RU"/>
              <a:t> js/app.js</a:t>
            </a:r>
            <a:endParaRPr lang="en-US" altLang="ru-RU"/>
          </a:p>
          <a:p>
            <a:endParaRPr lang="en-US" altLang="ru-RU"/>
          </a:p>
          <a:p>
            <a:pPr marL="0" indent="0">
              <a:buNone/>
            </a:pPr>
            <a:r>
              <a:rPr lang="en-US" altLang="en-US"/>
              <a:t>Архитектурная</a:t>
            </a:r>
            <a:r>
              <a:rPr lang="en-US" altLang="ru-RU"/>
              <a:t> </a:t>
            </a:r>
            <a:r>
              <a:rPr lang="en-US" altLang="en-US"/>
              <a:t>схема</a:t>
            </a:r>
            <a:endParaRPr lang="en-US" altLang="en-US"/>
          </a:p>
          <a:p>
            <a:r>
              <a:rPr lang="en-US" altLang="en-US"/>
              <a:t>Пользователь</a:t>
            </a:r>
            <a:endParaRPr lang="en-US" altLang="en-US"/>
          </a:p>
          <a:p>
            <a:r>
              <a:rPr lang="en-US" altLang="ru-RU"/>
              <a:t>      </a:t>
            </a:r>
            <a:r>
              <a:rPr lang="en-US" altLang="en-US"/>
              <a:t>↓</a:t>
            </a:r>
            <a:endParaRPr lang="en-US" altLang="en-US"/>
          </a:p>
          <a:p>
            <a:r>
              <a:rPr lang="en-US" altLang="en-US"/>
              <a:t>Интерфейс</a:t>
            </a:r>
            <a:endParaRPr lang="en-US" altLang="en-US"/>
          </a:p>
          <a:p>
            <a:r>
              <a:rPr lang="en-US" altLang="ru-RU"/>
              <a:t>      </a:t>
            </a:r>
            <a:r>
              <a:rPr lang="en-US" altLang="en-US"/>
              <a:t>↓</a:t>
            </a:r>
            <a:endParaRPr lang="en-US" altLang="en-US"/>
          </a:p>
          <a:p>
            <a:r>
              <a:rPr lang="en-US" altLang="ru-RU"/>
              <a:t>JavaScript</a:t>
            </a:r>
            <a:endParaRPr lang="en-US" altLang="ru-RU"/>
          </a:p>
          <a:p>
            <a:r>
              <a:rPr lang="en-US" altLang="ru-RU"/>
              <a:t>      </a:t>
            </a:r>
            <a:r>
              <a:rPr lang="en-US" altLang="en-US"/>
              <a:t>↓</a:t>
            </a:r>
            <a:endParaRPr lang="en-US" altLang="en-US"/>
          </a:p>
          <a:p>
            <a:r>
              <a:rPr lang="en-US" altLang="ru-RU"/>
              <a:t>LocalStorage</a:t>
            </a:r>
            <a:endParaRPr lang="en-US" altLang="ru-RU"/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9270" y="1282700"/>
            <a:ext cx="4295140" cy="20288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Структура данных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0000"/>
          </a:bodyPr>
          <a:lstStyle/>
          <a:p>
            <a:pPr marL="0" indent="0">
              <a:buNone/>
            </a:pPr>
            <a:r>
              <a:rPr lang="en-US" altLang="en-US"/>
              <a:t>Объект</a:t>
            </a:r>
            <a:r>
              <a:rPr lang="en-US" altLang="ru-RU"/>
              <a:t> Book</a:t>
            </a:r>
            <a:endParaRPr lang="en-US" altLang="ru-RU"/>
          </a:p>
          <a:p>
            <a:r>
              <a:rPr lang="en-US" altLang="ru-RU"/>
              <a:t>Book</a:t>
            </a:r>
            <a:endParaRPr lang="en-US" altLang="ru-RU"/>
          </a:p>
          <a:p>
            <a:r>
              <a:rPr lang="en-US" altLang="en-US"/>
              <a:t>│</a:t>
            </a:r>
            <a:endParaRPr lang="en-US" altLang="en-US"/>
          </a:p>
          <a:p>
            <a:r>
              <a:rPr lang="en-US" altLang="en-US"/>
              <a:t>├──</a:t>
            </a:r>
            <a:r>
              <a:rPr lang="en-US" altLang="ru-RU"/>
              <a:t> id</a:t>
            </a:r>
            <a:endParaRPr lang="en-US" altLang="ru-RU"/>
          </a:p>
          <a:p>
            <a:r>
              <a:rPr lang="en-US" altLang="en-US"/>
              <a:t>├──</a:t>
            </a:r>
            <a:r>
              <a:rPr lang="en-US" altLang="ru-RU"/>
              <a:t> title</a:t>
            </a:r>
            <a:endParaRPr lang="en-US" altLang="ru-RU"/>
          </a:p>
          <a:p>
            <a:r>
              <a:rPr lang="en-US" altLang="en-US"/>
              <a:t>├──</a:t>
            </a:r>
            <a:r>
              <a:rPr lang="en-US" altLang="ru-RU"/>
              <a:t> author</a:t>
            </a:r>
            <a:endParaRPr lang="en-US" altLang="ru-RU"/>
          </a:p>
          <a:p>
            <a:r>
              <a:rPr lang="en-US" altLang="en-US"/>
              <a:t>├──</a:t>
            </a:r>
            <a:r>
              <a:rPr lang="en-US" altLang="ru-RU"/>
              <a:t> totalPages</a:t>
            </a:r>
            <a:endParaRPr lang="en-US" altLang="ru-RU"/>
          </a:p>
          <a:p>
            <a:r>
              <a:rPr lang="en-US" altLang="en-US"/>
              <a:t>├──</a:t>
            </a:r>
            <a:r>
              <a:rPr lang="en-US" altLang="ru-RU"/>
              <a:t> readPages</a:t>
            </a:r>
            <a:endParaRPr lang="en-US" altLang="ru-RU"/>
          </a:p>
          <a:p>
            <a:r>
              <a:rPr lang="en-US" altLang="en-US"/>
              <a:t>├──</a:t>
            </a:r>
            <a:r>
              <a:rPr lang="en-US" altLang="ru-RU"/>
              <a:t> status</a:t>
            </a:r>
            <a:endParaRPr lang="en-US" altLang="ru-RU"/>
          </a:p>
          <a:p>
            <a:r>
              <a:rPr lang="en-US" altLang="en-US"/>
              <a:t>├──</a:t>
            </a:r>
            <a:r>
              <a:rPr lang="en-US" altLang="ru-RU"/>
              <a:t> startDate</a:t>
            </a:r>
            <a:endParaRPr lang="en-US" altLang="ru-RU"/>
          </a:p>
          <a:p>
            <a:r>
              <a:rPr lang="en-US" altLang="en-US"/>
              <a:t>├──</a:t>
            </a:r>
            <a:r>
              <a:rPr lang="en-US" altLang="ru-RU"/>
              <a:t> dailyGoal</a:t>
            </a:r>
            <a:endParaRPr lang="en-US" altLang="ru-RU"/>
          </a:p>
          <a:p>
            <a:r>
              <a:rPr lang="en-US" altLang="en-US"/>
              <a:t>└──</a:t>
            </a:r>
            <a:r>
              <a:rPr lang="en-US" altLang="ru-RU"/>
              <a:t> isFavorite</a:t>
            </a:r>
            <a:endParaRPr lang="en-US" altLang="ru-RU"/>
          </a:p>
          <a:p>
            <a:endParaRPr lang="en-US" altLang="ru-RU"/>
          </a:p>
          <a:p>
            <a:pPr marL="0" indent="0">
              <a:buNone/>
            </a:pPr>
            <a:r>
              <a:rPr lang="en-US" altLang="en-US"/>
              <a:t>Хранение</a:t>
            </a:r>
            <a:r>
              <a:rPr lang="en-US" altLang="ru-RU"/>
              <a:t> </a:t>
            </a:r>
            <a:r>
              <a:rPr lang="en-US" altLang="en-US"/>
              <a:t>данных</a:t>
            </a:r>
            <a:endParaRPr lang="en-US" altLang="en-US"/>
          </a:p>
          <a:p>
            <a:r>
              <a:rPr lang="en-US" altLang="ru-RU"/>
              <a:t>books[]</a:t>
            </a:r>
            <a:endParaRPr lang="en-US" altLang="ru-RU"/>
          </a:p>
          <a:p>
            <a:r>
              <a:rPr lang="en-US" altLang="ru-RU"/>
              <a:t> </a:t>
            </a:r>
            <a:r>
              <a:rPr lang="en-US" altLang="en-US"/>
              <a:t>├──</a:t>
            </a:r>
            <a:r>
              <a:rPr lang="en-US" altLang="ru-RU"/>
              <a:t> Book</a:t>
            </a:r>
            <a:endParaRPr lang="en-US" altLang="ru-RU"/>
          </a:p>
          <a:p>
            <a:r>
              <a:rPr lang="en-US" altLang="ru-RU"/>
              <a:t> </a:t>
            </a:r>
            <a:r>
              <a:rPr lang="en-US" altLang="en-US"/>
              <a:t>├──</a:t>
            </a:r>
            <a:r>
              <a:rPr lang="en-US" altLang="ru-RU"/>
              <a:t> Book</a:t>
            </a:r>
            <a:endParaRPr lang="en-US" altLang="ru-RU"/>
          </a:p>
          <a:p>
            <a:r>
              <a:rPr lang="en-US" altLang="ru-RU"/>
              <a:t> </a:t>
            </a:r>
            <a:r>
              <a:rPr lang="en-US" altLang="en-US"/>
              <a:t>└──</a:t>
            </a:r>
            <a:r>
              <a:rPr lang="en-US" altLang="ru-RU"/>
              <a:t> Book</a:t>
            </a:r>
            <a:endParaRPr lang="en-US" alt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Реализация функционала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0000"/>
          </a:bodyPr>
          <a:lstStyle/>
          <a:p>
            <a:r>
              <a:rPr lang="en-US" altLang="en-US"/>
              <a:t>Реализованные</a:t>
            </a:r>
            <a:r>
              <a:rPr lang="en-US" altLang="ru-RU"/>
              <a:t> </a:t>
            </a:r>
            <a:r>
              <a:rPr lang="en-US" altLang="en-US"/>
              <a:t>возможности</a:t>
            </a:r>
            <a:endParaRPr lang="en-US" altLang="en-US"/>
          </a:p>
          <a:p>
            <a:endParaRPr lang="en-US" altLang="ru-RU"/>
          </a:p>
          <a:p>
            <a:r>
              <a:rPr lang="en-US" altLang="en-US"/>
              <a:t>✅</a:t>
            </a:r>
            <a:r>
              <a:rPr lang="en-US" altLang="ru-RU"/>
              <a:t> </a:t>
            </a:r>
            <a:r>
              <a:rPr lang="en-US" altLang="en-US"/>
              <a:t>Добавление</a:t>
            </a:r>
            <a:r>
              <a:rPr lang="en-US" altLang="ru-RU"/>
              <a:t> </a:t>
            </a:r>
            <a:r>
              <a:rPr lang="en-US" altLang="en-US"/>
              <a:t>книг</a:t>
            </a:r>
            <a:endParaRPr lang="en-US" altLang="en-US"/>
          </a:p>
          <a:p>
            <a:endParaRPr lang="en-US" altLang="ru-RU"/>
          </a:p>
          <a:p>
            <a:r>
              <a:rPr lang="en-US" altLang="en-US"/>
              <a:t>✅</a:t>
            </a:r>
            <a:r>
              <a:rPr lang="en-US" altLang="ru-RU"/>
              <a:t> </a:t>
            </a:r>
            <a:r>
              <a:rPr lang="en-US" altLang="en-US"/>
              <a:t>Редактирование</a:t>
            </a:r>
            <a:r>
              <a:rPr lang="en-US" altLang="ru-RU"/>
              <a:t> </a:t>
            </a:r>
            <a:r>
              <a:rPr lang="en-US" altLang="en-US"/>
              <a:t>книг</a:t>
            </a:r>
            <a:endParaRPr lang="en-US" altLang="en-US"/>
          </a:p>
          <a:p>
            <a:endParaRPr lang="en-US" altLang="ru-RU"/>
          </a:p>
          <a:p>
            <a:r>
              <a:rPr lang="en-US" altLang="en-US"/>
              <a:t>✅</a:t>
            </a:r>
            <a:r>
              <a:rPr lang="en-US" altLang="ru-RU"/>
              <a:t> </a:t>
            </a:r>
            <a:r>
              <a:rPr lang="en-US" altLang="en-US"/>
              <a:t>Удаление</a:t>
            </a:r>
            <a:r>
              <a:rPr lang="en-US" altLang="ru-RU"/>
              <a:t> </a:t>
            </a:r>
            <a:r>
              <a:rPr lang="en-US" altLang="en-US"/>
              <a:t>книг</a:t>
            </a:r>
            <a:endParaRPr lang="en-US" altLang="en-US"/>
          </a:p>
          <a:p>
            <a:endParaRPr lang="en-US" altLang="ru-RU"/>
          </a:p>
          <a:p>
            <a:r>
              <a:rPr lang="en-US" altLang="en-US"/>
              <a:t>✅</a:t>
            </a:r>
            <a:r>
              <a:rPr lang="en-US" altLang="ru-RU"/>
              <a:t> </a:t>
            </a:r>
            <a:r>
              <a:rPr lang="en-US" altLang="en-US"/>
              <a:t>Отслеживание</a:t>
            </a:r>
            <a:r>
              <a:rPr lang="en-US" altLang="ru-RU"/>
              <a:t> </a:t>
            </a:r>
            <a:r>
              <a:rPr lang="en-US" altLang="en-US"/>
              <a:t>прогресса</a:t>
            </a:r>
            <a:endParaRPr lang="en-US" altLang="en-US"/>
          </a:p>
          <a:p>
            <a:endParaRPr lang="en-US" altLang="ru-RU"/>
          </a:p>
          <a:p>
            <a:r>
              <a:rPr lang="en-US" altLang="en-US"/>
              <a:t>✅</a:t>
            </a:r>
            <a:r>
              <a:rPr lang="en-US" altLang="ru-RU"/>
              <a:t> </a:t>
            </a:r>
            <a:r>
              <a:rPr lang="en-US" altLang="en-US"/>
              <a:t>Избранное</a:t>
            </a:r>
            <a:endParaRPr lang="en-US" altLang="en-US"/>
          </a:p>
          <a:p>
            <a:endParaRPr lang="en-US" altLang="ru-RU"/>
          </a:p>
          <a:p>
            <a:r>
              <a:rPr lang="en-US" altLang="en-US"/>
              <a:t>✅</a:t>
            </a:r>
            <a:r>
              <a:rPr lang="en-US" altLang="ru-RU"/>
              <a:t> </a:t>
            </a:r>
            <a:r>
              <a:rPr lang="en-US" altLang="en-US"/>
              <a:t>Статистика</a:t>
            </a:r>
            <a:endParaRPr lang="en-US" altLang="en-US"/>
          </a:p>
          <a:p>
            <a:endParaRPr lang="en-US" altLang="ru-RU"/>
          </a:p>
          <a:p>
            <a:r>
              <a:rPr lang="en-US" altLang="en-US"/>
              <a:t>✅</a:t>
            </a:r>
            <a:r>
              <a:rPr lang="en-US" altLang="ru-RU"/>
              <a:t> </a:t>
            </a:r>
            <a:r>
              <a:rPr lang="en-US" altLang="en-US"/>
              <a:t>Темная</a:t>
            </a:r>
            <a:r>
              <a:rPr lang="en-US" altLang="ru-RU"/>
              <a:t> </a:t>
            </a:r>
            <a:r>
              <a:rPr lang="en-US" altLang="en-US"/>
              <a:t>тема</a:t>
            </a:r>
            <a:endParaRPr lang="en-US" altLang="en-US"/>
          </a:p>
          <a:p>
            <a:endParaRPr lang="en-US" altLang="ru-RU"/>
          </a:p>
          <a:p>
            <a:r>
              <a:rPr lang="en-US" altLang="en-US"/>
              <a:t>✅</a:t>
            </a:r>
            <a:r>
              <a:rPr lang="en-US" altLang="ru-RU"/>
              <a:t> </a:t>
            </a:r>
            <a:r>
              <a:rPr lang="en-US" altLang="en-US"/>
              <a:t>Фильтрация</a:t>
            </a:r>
            <a:r>
              <a:rPr lang="en-US" altLang="ru-RU"/>
              <a:t> </a:t>
            </a:r>
            <a:r>
              <a:rPr lang="en-US" altLang="en-US"/>
              <a:t>по</a:t>
            </a:r>
            <a:r>
              <a:rPr lang="en-US" altLang="ru-RU"/>
              <a:t> </a:t>
            </a:r>
            <a:r>
              <a:rPr lang="en-US" altLang="en-US"/>
              <a:t>статусам</a:t>
            </a:r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Работа с LocalStorage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0000"/>
          </a:bodyPr>
          <a:lstStyle/>
          <a:p>
            <a:pPr marL="0" indent="0">
              <a:buNone/>
            </a:pPr>
            <a:r>
              <a:rPr lang="en-US" altLang="en-US"/>
              <a:t>Сохранение</a:t>
            </a:r>
            <a:r>
              <a:rPr lang="en-US" altLang="ru-RU"/>
              <a:t> </a:t>
            </a:r>
            <a:r>
              <a:rPr lang="en-US" altLang="en-US"/>
              <a:t>данных</a:t>
            </a:r>
            <a:endParaRPr lang="en-US" altLang="en-US"/>
          </a:p>
          <a:p>
            <a:pPr marL="0" indent="0">
              <a:buNone/>
            </a:pPr>
            <a:r>
              <a:rPr lang="en-US" altLang="ru-RU"/>
              <a:t>localStorage.setItem(</a:t>
            </a:r>
            <a:endParaRPr lang="en-US" altLang="ru-RU"/>
          </a:p>
          <a:p>
            <a:pPr marL="0" indent="0">
              <a:buNone/>
            </a:pPr>
            <a:r>
              <a:rPr lang="ru-RU" altLang="en-US"/>
              <a:t>   </a:t>
            </a:r>
            <a:r>
              <a:rPr lang="en-US" altLang="ru-RU"/>
              <a:t> "books",</a:t>
            </a:r>
            <a:endParaRPr lang="en-US" altLang="ru-RU"/>
          </a:p>
          <a:p>
            <a:pPr marL="0" indent="0">
              <a:buNone/>
            </a:pPr>
            <a:r>
              <a:rPr lang="en-US" altLang="ru-RU"/>
              <a:t>    JSON.stringify(books)</a:t>
            </a:r>
            <a:endParaRPr lang="en-US" altLang="ru-RU"/>
          </a:p>
          <a:p>
            <a:pPr marL="0" indent="0">
              <a:buNone/>
            </a:pPr>
            <a:r>
              <a:rPr lang="en-US" altLang="ru-RU"/>
              <a:t>);</a:t>
            </a:r>
            <a:endParaRPr lang="en-US" altLang="ru-RU"/>
          </a:p>
          <a:p>
            <a:pPr marL="0" indent="0">
              <a:buNone/>
            </a:pPr>
            <a:endParaRPr lang="en-US" altLang="ru-RU"/>
          </a:p>
          <a:p>
            <a:pPr marL="0" indent="0">
              <a:buNone/>
            </a:pPr>
            <a:r>
              <a:rPr lang="en-US" altLang="en-US"/>
              <a:t>Загрузка</a:t>
            </a:r>
            <a:r>
              <a:rPr lang="en-US" altLang="ru-RU"/>
              <a:t> </a:t>
            </a:r>
            <a:r>
              <a:rPr lang="en-US" altLang="en-US"/>
              <a:t>данных</a:t>
            </a:r>
            <a:endParaRPr lang="en-US" altLang="en-US"/>
          </a:p>
          <a:p>
            <a:pPr marL="0" indent="0">
              <a:buNone/>
            </a:pPr>
            <a:r>
              <a:rPr lang="en-US" altLang="ru-RU"/>
              <a:t>JSON.parse(</a:t>
            </a:r>
            <a:endParaRPr lang="en-US" altLang="ru-RU"/>
          </a:p>
          <a:p>
            <a:pPr marL="0" indent="0">
              <a:buNone/>
            </a:pPr>
            <a:r>
              <a:rPr lang="en-US" altLang="ru-RU"/>
              <a:t>    localStorage.getItem("books")</a:t>
            </a:r>
            <a:endParaRPr lang="en-US" altLang="ru-RU"/>
          </a:p>
          <a:p>
            <a:pPr marL="0" indent="0">
              <a:buNone/>
            </a:pPr>
            <a:r>
              <a:rPr lang="en-US" altLang="ru-RU"/>
              <a:t>);</a:t>
            </a:r>
            <a:endParaRPr lang="en-US" altLang="ru-RU"/>
          </a:p>
          <a:p>
            <a:endParaRPr lang="en-US" altLang="ru-RU"/>
          </a:p>
          <a:p>
            <a:pPr marL="0" indent="0">
              <a:buNone/>
            </a:pPr>
            <a:r>
              <a:rPr lang="en-US" altLang="en-US"/>
              <a:t>Преимущества</a:t>
            </a:r>
            <a:endParaRPr lang="en-US" altLang="en-US"/>
          </a:p>
          <a:p>
            <a:r>
              <a:rPr lang="en-US" altLang="en-US"/>
              <a:t>Не</a:t>
            </a:r>
            <a:r>
              <a:rPr lang="en-US" altLang="ru-RU"/>
              <a:t> </a:t>
            </a:r>
            <a:r>
              <a:rPr lang="en-US" altLang="en-US"/>
              <a:t>нужен</a:t>
            </a:r>
            <a:r>
              <a:rPr lang="en-US" altLang="ru-RU"/>
              <a:t> </a:t>
            </a:r>
            <a:r>
              <a:rPr lang="en-US" altLang="en-US"/>
              <a:t>сервер</a:t>
            </a:r>
            <a:r>
              <a:rPr lang="en-US" altLang="ru-RU"/>
              <a:t>.</a:t>
            </a:r>
            <a:endParaRPr lang="en-US" altLang="ru-RU"/>
          </a:p>
          <a:p>
            <a:r>
              <a:rPr lang="en-US" altLang="en-US"/>
              <a:t>Данные</a:t>
            </a:r>
            <a:r>
              <a:rPr lang="en-US" altLang="ru-RU"/>
              <a:t> </a:t>
            </a:r>
            <a:r>
              <a:rPr lang="en-US" altLang="en-US"/>
              <a:t>сохраняются</a:t>
            </a:r>
            <a:r>
              <a:rPr lang="en-US" altLang="ru-RU"/>
              <a:t> </a:t>
            </a:r>
            <a:r>
              <a:rPr lang="en-US" altLang="en-US"/>
              <a:t>между</a:t>
            </a:r>
            <a:r>
              <a:rPr lang="en-US" altLang="ru-RU"/>
              <a:t> </a:t>
            </a:r>
            <a:r>
              <a:rPr lang="en-US" altLang="en-US"/>
              <a:t>сессиями</a:t>
            </a:r>
            <a:r>
              <a:rPr lang="en-US" altLang="ru-RU"/>
              <a:t>.</a:t>
            </a:r>
            <a:endParaRPr lang="en-US" altLang="ru-RU"/>
          </a:p>
          <a:p>
            <a:r>
              <a:rPr lang="en-US" altLang="en-US"/>
              <a:t>Работа</a:t>
            </a:r>
            <a:r>
              <a:rPr lang="en-US" altLang="ru-RU"/>
              <a:t> </a:t>
            </a:r>
            <a:r>
              <a:rPr lang="en-US" altLang="en-US"/>
              <a:t>в</a:t>
            </a:r>
            <a:r>
              <a:rPr lang="en-US" altLang="ru-RU"/>
              <a:t> </a:t>
            </a:r>
            <a:r>
              <a:rPr lang="en-US" altLang="en-US"/>
              <a:t>офлайн</a:t>
            </a:r>
            <a:r>
              <a:rPr lang="en-US" altLang="ru-RU"/>
              <a:t>-</a:t>
            </a:r>
            <a:r>
              <a:rPr lang="en-US" altLang="en-US"/>
              <a:t>режиме</a:t>
            </a:r>
            <a:r>
              <a:rPr lang="en-US" altLang="ru-RU"/>
              <a:t>.</a:t>
            </a:r>
            <a:endParaRPr lang="en-US" alt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Интерфейс и результаты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66875"/>
            <a:ext cx="1921510" cy="4459605"/>
          </a:xfrm>
        </p:spPr>
        <p:txBody>
          <a:bodyPr>
            <a:normAutofit fontScale="50000"/>
          </a:bodyPr>
          <a:lstStyle/>
          <a:p>
            <a:r>
              <a:rPr lang="en-US" altLang="en-US"/>
              <a:t>Скриншот</a:t>
            </a:r>
            <a:r>
              <a:rPr lang="en-US" altLang="ru-RU"/>
              <a:t> 1</a:t>
            </a:r>
            <a:endParaRPr lang="en-US" altLang="ru-RU"/>
          </a:p>
          <a:p>
            <a:r>
              <a:rPr lang="en-US" altLang="en-US"/>
              <a:t>Главное</a:t>
            </a:r>
            <a:r>
              <a:rPr lang="en-US" altLang="ru-RU"/>
              <a:t> </a:t>
            </a:r>
            <a:r>
              <a:rPr lang="en-US" altLang="en-US"/>
              <a:t>окно</a:t>
            </a:r>
            <a:r>
              <a:rPr lang="en-US" altLang="ru-RU"/>
              <a:t> </a:t>
            </a:r>
            <a:r>
              <a:rPr lang="en-US" altLang="en-US"/>
              <a:t>приложения</a:t>
            </a:r>
            <a:endParaRPr lang="en-US" altLang="en-US"/>
          </a:p>
          <a:p>
            <a:endParaRPr lang="en-US" altLang="ru-RU"/>
          </a:p>
          <a:p>
            <a:r>
              <a:rPr lang="en-US" altLang="en-US"/>
              <a:t>Скриншот</a:t>
            </a:r>
            <a:r>
              <a:rPr lang="en-US" altLang="ru-RU"/>
              <a:t> 2</a:t>
            </a:r>
            <a:endParaRPr lang="en-US" altLang="ru-RU"/>
          </a:p>
          <a:p>
            <a:r>
              <a:rPr lang="en-US" altLang="en-US"/>
              <a:t>Добавление</a:t>
            </a:r>
            <a:r>
              <a:rPr lang="en-US" altLang="ru-RU"/>
              <a:t> </a:t>
            </a:r>
            <a:r>
              <a:rPr lang="en-US" altLang="en-US"/>
              <a:t>книги</a:t>
            </a:r>
            <a:endParaRPr lang="en-US" altLang="en-US"/>
          </a:p>
          <a:p>
            <a:endParaRPr lang="en-US" altLang="ru-RU"/>
          </a:p>
          <a:p>
            <a:r>
              <a:rPr lang="en-US" altLang="en-US"/>
              <a:t>Скриншот</a:t>
            </a:r>
            <a:r>
              <a:rPr lang="en-US" altLang="ru-RU"/>
              <a:t> 3</a:t>
            </a:r>
            <a:endParaRPr lang="en-US" altLang="ru-RU"/>
          </a:p>
          <a:p>
            <a:r>
              <a:rPr lang="en-US" altLang="en-US"/>
              <a:t>Темная</a:t>
            </a:r>
            <a:r>
              <a:rPr lang="en-US" altLang="ru-RU"/>
              <a:t> </a:t>
            </a:r>
            <a:r>
              <a:rPr lang="en-US" altLang="en-US"/>
              <a:t>тема</a:t>
            </a:r>
            <a:endParaRPr lang="en-US" altLang="en-US"/>
          </a:p>
          <a:p>
            <a:endParaRPr lang="en-US" altLang="ru-RU"/>
          </a:p>
          <a:p>
            <a:r>
              <a:rPr lang="en-US" altLang="en-US"/>
              <a:t>Скриншот</a:t>
            </a:r>
            <a:r>
              <a:rPr lang="en-US" altLang="ru-RU"/>
              <a:t> 4</a:t>
            </a:r>
            <a:endParaRPr lang="en-US" altLang="ru-RU"/>
          </a:p>
          <a:p>
            <a:r>
              <a:rPr lang="en-US" altLang="en-US"/>
              <a:t>Фильтрация</a:t>
            </a:r>
            <a:r>
              <a:rPr lang="en-US" altLang="ru-RU"/>
              <a:t> </a:t>
            </a:r>
            <a:r>
              <a:rPr lang="en-US" altLang="en-US"/>
              <a:t>книг</a:t>
            </a:r>
            <a:endParaRPr lang="en-US" altLang="en-US"/>
          </a:p>
        </p:txBody>
      </p:sp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1417955"/>
            <a:ext cx="4268470" cy="2061845"/>
          </a:xfrm>
          <a:prstGeom prst="rect">
            <a:avLst/>
          </a:prstGeom>
        </p:spPr>
      </p:pic>
      <p:pic>
        <p:nvPicPr>
          <p:cNvPr id="6" name="Изображение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0410" y="1417955"/>
            <a:ext cx="1462405" cy="1891030"/>
          </a:xfrm>
          <a:prstGeom prst="rect">
            <a:avLst/>
          </a:prstGeom>
        </p:spPr>
      </p:pic>
      <p:pic>
        <p:nvPicPr>
          <p:cNvPr id="7" name="Изображение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8010" y="4933315"/>
            <a:ext cx="1036320" cy="817880"/>
          </a:xfrm>
          <a:prstGeom prst="rect">
            <a:avLst/>
          </a:prstGeom>
        </p:spPr>
      </p:pic>
      <p:pic>
        <p:nvPicPr>
          <p:cNvPr id="8" name="Изображение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3175" y="4651375"/>
            <a:ext cx="1866900" cy="1381125"/>
          </a:xfrm>
          <a:prstGeom prst="rect">
            <a:avLst/>
          </a:prstGeom>
        </p:spPr>
      </p:pic>
      <p:pic>
        <p:nvPicPr>
          <p:cNvPr id="9" name="Изображение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7870" y="4933950"/>
            <a:ext cx="1053465" cy="817245"/>
          </a:xfrm>
          <a:prstGeom prst="rect">
            <a:avLst/>
          </a:prstGeom>
        </p:spPr>
      </p:pic>
      <p:sp>
        <p:nvSpPr>
          <p:cNvPr id="10" name="Текстовое поле 9"/>
          <p:cNvSpPr txBox="1"/>
          <p:nvPr/>
        </p:nvSpPr>
        <p:spPr>
          <a:xfrm>
            <a:off x="6262370" y="3480435"/>
            <a:ext cx="2806065" cy="6419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ru-RU" altLang="ru-RU"/>
              <a:t>Скриншот 1</a:t>
            </a:r>
            <a:endParaRPr lang="ru-RU" altLang="ru-RU"/>
          </a:p>
          <a:p>
            <a:r>
              <a:rPr lang="ru-RU" altLang="ru-RU"/>
              <a:t>Главное окно приложения</a:t>
            </a:r>
            <a:endParaRPr lang="ru-RU" altLang="ru-RU"/>
          </a:p>
        </p:txBody>
      </p:sp>
      <p:sp>
        <p:nvSpPr>
          <p:cNvPr id="11" name="Текстовое поле 10"/>
          <p:cNvSpPr txBox="1"/>
          <p:nvPr/>
        </p:nvSpPr>
        <p:spPr>
          <a:xfrm>
            <a:off x="3277870" y="3423920"/>
            <a:ext cx="20427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/>
              <a:t>Скриншот 2</a:t>
            </a:r>
            <a:endParaRPr lang="ru-RU" altLang="en-US"/>
          </a:p>
          <a:p>
            <a:r>
              <a:rPr lang="ru-RU" altLang="en-US"/>
              <a:t>Добавление книги</a:t>
            </a:r>
            <a:endParaRPr lang="ru-RU" altLang="en-US"/>
          </a:p>
        </p:txBody>
      </p:sp>
      <p:sp>
        <p:nvSpPr>
          <p:cNvPr id="12" name="Текстовое поле 11"/>
          <p:cNvSpPr txBox="1"/>
          <p:nvPr/>
        </p:nvSpPr>
        <p:spPr>
          <a:xfrm>
            <a:off x="3277870" y="5919470"/>
            <a:ext cx="21564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/>
              <a:t>Скриншот 3</a:t>
            </a:r>
            <a:endParaRPr lang="ru-RU" altLang="en-US"/>
          </a:p>
          <a:p>
            <a:r>
              <a:rPr lang="ru-RU" altLang="en-US"/>
              <a:t>Темная тема</a:t>
            </a:r>
            <a:endParaRPr lang="ru-RU" altLang="en-US"/>
          </a:p>
        </p:txBody>
      </p:sp>
      <p:sp>
        <p:nvSpPr>
          <p:cNvPr id="13" name="Текстовое поле 12"/>
          <p:cNvSpPr txBox="1"/>
          <p:nvPr/>
        </p:nvSpPr>
        <p:spPr>
          <a:xfrm>
            <a:off x="6334125" y="6195695"/>
            <a:ext cx="18859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/>
              <a:t>Скриншот 4</a:t>
            </a:r>
            <a:endParaRPr lang="ru-RU" altLang="en-US"/>
          </a:p>
          <a:p>
            <a:r>
              <a:rPr lang="ru-RU" altLang="en-US"/>
              <a:t>Фильтрация книг</a:t>
            </a:r>
            <a:endParaRPr lang="ru-RU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Тестирование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/>
          </a:bodyPr>
          <a:lstStyle/>
          <a:p>
            <a:r>
              <a:rPr lang="en-US" altLang="en-US"/>
              <a:t>Проведенное</a:t>
            </a:r>
            <a:r>
              <a:rPr lang="en-US" altLang="ru-RU"/>
              <a:t> </a:t>
            </a:r>
            <a:r>
              <a:rPr lang="en-US" altLang="en-US"/>
              <a:t>тестирование</a:t>
            </a:r>
            <a:endParaRPr lang="en-US" altLang="en-US"/>
          </a:p>
          <a:p>
            <a:r>
              <a:rPr lang="en-US" altLang="en-US"/>
              <a:t>Проверка</a:t>
            </a:r>
            <a:r>
              <a:rPr lang="ru-RU" altLang="en-US"/>
              <a:t> -</a:t>
            </a:r>
            <a:r>
              <a:rPr lang="en-US" altLang="ru-RU"/>
              <a:t>	</a:t>
            </a:r>
            <a:r>
              <a:rPr lang="en-US" altLang="en-US"/>
              <a:t>Результат</a:t>
            </a:r>
            <a:endParaRPr lang="en-US" altLang="en-US"/>
          </a:p>
          <a:p>
            <a:r>
              <a:rPr lang="en-US" altLang="en-US"/>
              <a:t>Добавление</a:t>
            </a:r>
            <a:r>
              <a:rPr lang="en-US" altLang="ru-RU"/>
              <a:t> </a:t>
            </a:r>
            <a:r>
              <a:rPr lang="en-US" altLang="en-US"/>
              <a:t>книги</a:t>
            </a:r>
            <a:r>
              <a:rPr lang="ru-RU" altLang="en-US"/>
              <a:t> - </a:t>
            </a:r>
            <a:r>
              <a:rPr lang="en-US" altLang="en-US"/>
              <a:t>Успешно</a:t>
            </a:r>
            <a:endParaRPr lang="en-US" altLang="en-US"/>
          </a:p>
          <a:p>
            <a:r>
              <a:rPr lang="en-US" altLang="en-US"/>
              <a:t>Редактирование</a:t>
            </a:r>
            <a:r>
              <a:rPr lang="ru-RU" altLang="en-US"/>
              <a:t> -</a:t>
            </a:r>
            <a:r>
              <a:rPr lang="en-US" altLang="ru-RU"/>
              <a:t>	</a:t>
            </a:r>
            <a:r>
              <a:rPr lang="en-US" altLang="en-US"/>
              <a:t>Успешно</a:t>
            </a:r>
            <a:endParaRPr lang="en-US" altLang="en-US"/>
          </a:p>
          <a:p>
            <a:r>
              <a:rPr lang="en-US" altLang="en-US"/>
              <a:t>Удаление</a:t>
            </a:r>
            <a:r>
              <a:rPr lang="ru-RU" altLang="en-US"/>
              <a:t> -</a:t>
            </a:r>
            <a:r>
              <a:rPr lang="en-US" altLang="ru-RU"/>
              <a:t>	</a:t>
            </a:r>
            <a:r>
              <a:rPr lang="en-US" altLang="en-US"/>
              <a:t>Успешно</a:t>
            </a:r>
            <a:endParaRPr lang="en-US" altLang="en-US"/>
          </a:p>
          <a:p>
            <a:r>
              <a:rPr lang="en-US" altLang="en-US"/>
              <a:t>Фильтрация</a:t>
            </a:r>
            <a:r>
              <a:rPr lang="ru-RU" altLang="en-US"/>
              <a:t> - </a:t>
            </a:r>
            <a:r>
              <a:rPr lang="en-US" altLang="en-US"/>
              <a:t>Успешно</a:t>
            </a:r>
            <a:endParaRPr lang="en-US" altLang="en-US"/>
          </a:p>
          <a:p>
            <a:r>
              <a:rPr lang="en-US" altLang="ru-RU"/>
              <a:t>LocalStorage</a:t>
            </a:r>
            <a:r>
              <a:rPr lang="ru-RU" altLang="en-US"/>
              <a:t> - </a:t>
            </a:r>
            <a:r>
              <a:rPr lang="en-US" altLang="en-US"/>
              <a:t>Успешно</a:t>
            </a:r>
            <a:endParaRPr lang="en-US" altLang="en-US"/>
          </a:p>
          <a:p>
            <a:r>
              <a:rPr lang="en-US" altLang="en-US"/>
              <a:t>Темная</a:t>
            </a:r>
            <a:r>
              <a:rPr lang="en-US" altLang="ru-RU"/>
              <a:t> </a:t>
            </a:r>
            <a:r>
              <a:rPr lang="en-US" altLang="en-US"/>
              <a:t>тема</a:t>
            </a:r>
            <a:r>
              <a:rPr lang="ru-RU" altLang="en-US"/>
              <a:t> - </a:t>
            </a:r>
            <a:r>
              <a:rPr lang="en-US" altLang="en-US"/>
              <a:t>Успешно</a:t>
            </a:r>
            <a:endParaRPr lang="en-US" altLang="en-US"/>
          </a:p>
          <a:p>
            <a:endParaRPr lang="en-US" altLang="en-US"/>
          </a:p>
          <a:p>
            <a:pPr marL="0" indent="0">
              <a:buNone/>
            </a:pPr>
            <a:r>
              <a:rPr lang="en-US" altLang="en-US"/>
              <a:t>Итог</a:t>
            </a:r>
            <a:endParaRPr lang="en-US" altLang="ru-RU"/>
          </a:p>
          <a:p>
            <a:r>
              <a:rPr lang="en-US" altLang="en-US"/>
              <a:t>Разработано</a:t>
            </a:r>
            <a:r>
              <a:rPr lang="en-US" altLang="ru-RU"/>
              <a:t> </a:t>
            </a:r>
            <a:r>
              <a:rPr lang="en-US" altLang="en-US"/>
              <a:t>полностью</a:t>
            </a:r>
            <a:r>
              <a:rPr lang="en-US" altLang="ru-RU"/>
              <a:t> </a:t>
            </a:r>
            <a:r>
              <a:rPr lang="en-US" altLang="en-US"/>
              <a:t>работоспособное</a:t>
            </a:r>
            <a:r>
              <a:rPr lang="en-US" altLang="ru-RU"/>
              <a:t> </a:t>
            </a:r>
            <a:r>
              <a:rPr lang="en-US" altLang="en-US"/>
              <a:t>веб</a:t>
            </a:r>
            <a:r>
              <a:rPr lang="en-US" altLang="ru-RU"/>
              <a:t>-</a:t>
            </a:r>
            <a:r>
              <a:rPr lang="en-US" altLang="en-US"/>
              <a:t>приложение</a:t>
            </a:r>
            <a:r>
              <a:rPr lang="en-US" altLang="ru-RU"/>
              <a:t> </a:t>
            </a:r>
            <a:r>
              <a:rPr lang="en-US" altLang="en-US"/>
              <a:t>для</a:t>
            </a:r>
            <a:r>
              <a:rPr lang="en-US" altLang="ru-RU"/>
              <a:t> </a:t>
            </a:r>
            <a:r>
              <a:rPr lang="en-US" altLang="en-US"/>
              <a:t>учета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контроля</a:t>
            </a:r>
            <a:r>
              <a:rPr lang="en-US" altLang="ru-RU"/>
              <a:t> </a:t>
            </a:r>
            <a:r>
              <a:rPr lang="en-US" altLang="en-US"/>
              <a:t>чтения</a:t>
            </a:r>
            <a:r>
              <a:rPr lang="en-US" altLang="ru-RU"/>
              <a:t> </a:t>
            </a:r>
            <a:r>
              <a:rPr lang="en-US" altLang="en-US"/>
              <a:t>книг</a:t>
            </a:r>
            <a:r>
              <a:rPr lang="en-US" altLang="ru-RU"/>
              <a:t>.</a:t>
            </a:r>
            <a:endParaRPr lang="en-US" altLang="ru-RU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Спасибо за внимание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Готов ответить на вопросы.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ar Drives">
  <a:themeElements>
    <a:clrScheme name="Gear Dri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5F5F5F"/>
      </a:accent1>
      <a:accent2>
        <a:srgbClr val="969696"/>
      </a:accent2>
      <a:accent3>
        <a:srgbClr val="FFFFFF"/>
      </a:accent3>
      <a:accent4>
        <a:srgbClr val="000000"/>
      </a:accent4>
      <a:accent5>
        <a:srgbClr val="B6B6B6"/>
      </a:accent5>
      <a:accent6>
        <a:srgbClr val="878787"/>
      </a:accent6>
      <a:hlink>
        <a:srgbClr val="CC3300"/>
      </a:hlink>
      <a:folHlink>
        <a:srgbClr val="996600"/>
      </a:folHlink>
    </a:clrScheme>
    <a:fontScheme name="Gear Dri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Gear Dri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5F5F5F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B6B6B6"/>
        </a:accent5>
        <a:accent6>
          <a:srgbClr val="87878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2428</Words>
  <Application>WPS Presentation</Application>
  <PresentationFormat>On-screen Show (4:3)</PresentationFormat>
  <Paragraphs>179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Gear Drives</vt:lpstr>
      <vt:lpstr>Титульный</vt:lpstr>
      <vt:lpstr>Актуальность и цель проекта</vt:lpstr>
      <vt:lpstr>Анализ предметной области и аналогов</vt:lpstr>
      <vt:lpstr>Требования к системе</vt:lpstr>
      <vt:lpstr>Архитектура приложения</vt:lpstr>
      <vt:lpstr>Структура данных</vt:lpstr>
      <vt:lpstr>Реализация функционала</vt:lpstr>
      <vt:lpstr>Работа с LocalStorage</vt:lpstr>
      <vt:lpstr>Интерфейс и результаты</vt:lpstr>
      <vt:lpstr>Тестирование</vt:lpstr>
      <vt:lpstr>Спасибо за внимание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mineb</cp:lastModifiedBy>
  <cp:revision>3</cp:revision>
  <dcterms:created xsi:type="dcterms:W3CDTF">2013-01-27T09:14:00Z</dcterms:created>
  <dcterms:modified xsi:type="dcterms:W3CDTF">2026-06-22T22:04:16Z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7A25C634AB234F9E8C2F1138915BA906_13</vt:lpwstr>
  </property>
  <property fmtid="{D5CDD505-2E9C-101B-9397-08002B2CF9AE}" pid="3" name="KSOProductBuildVer">
    <vt:lpwstr>1049-12.2.0.23203</vt:lpwstr>
  </property>
</Properties>
</file>